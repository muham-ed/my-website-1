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1519" r:id="rId2"/>
    <p:sldId id="1540" r:id="rId3"/>
    <p:sldId id="1541" r:id="rId4"/>
    <p:sldId id="1542" r:id="rId5"/>
    <p:sldId id="1543" r:id="rId6"/>
    <p:sldId id="1544" r:id="rId7"/>
    <p:sldId id="1545" r:id="rId8"/>
    <p:sldId id="154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110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8E94DE-4DB7-4030-BE61-D7BE8ED864D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AB6FF4A-F351-4E32-9DA2-0C8CA4BE9B9A}">
      <dgm:prSet/>
      <dgm:spPr/>
      <dgm:t>
        <a:bodyPr/>
        <a:lstStyle/>
        <a:p>
          <a:r>
            <a:rPr lang="en-US" b="1" i="0" baseline="0"/>
            <a:t>Laptop:</a:t>
          </a:r>
          <a:r>
            <a:rPr lang="en-US" b="0" i="0" baseline="0"/>
            <a:t> </a:t>
          </a:r>
          <a:r>
            <a:rPr lang="ar-SA" b="0" i="0" baseline="0"/>
            <a:t>خفيف، متنقل، فيه بطارية، مناسب للطلاب والشغل المتنقل</a:t>
          </a:r>
          <a:r>
            <a:rPr lang="en-US" b="0" i="0" baseline="0"/>
            <a:t>.</a:t>
          </a:r>
          <a:endParaRPr lang="en-US"/>
        </a:p>
      </dgm:t>
    </dgm:pt>
    <dgm:pt modelId="{F75D20CC-650F-4F7F-823E-53EA8521B101}" type="parTrans" cxnId="{B8D089FF-8A77-4215-AB3F-DF62565F8CF4}">
      <dgm:prSet/>
      <dgm:spPr/>
      <dgm:t>
        <a:bodyPr/>
        <a:lstStyle/>
        <a:p>
          <a:endParaRPr lang="en-US"/>
        </a:p>
      </dgm:t>
    </dgm:pt>
    <dgm:pt modelId="{E133CE2D-0DDF-48F3-AE61-0FDDD1215F8B}" type="sibTrans" cxnId="{B8D089FF-8A77-4215-AB3F-DF62565F8CF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D91AB75-C2FB-403A-A48A-9703A2C4737B}">
      <dgm:prSet/>
      <dgm:spPr/>
      <dgm:t>
        <a:bodyPr/>
        <a:lstStyle/>
        <a:p>
          <a:r>
            <a:rPr lang="en-US" b="1" i="0" baseline="0"/>
            <a:t>Desktop:</a:t>
          </a:r>
          <a:r>
            <a:rPr lang="en-US" b="0" i="0" baseline="0"/>
            <a:t> </a:t>
          </a:r>
          <a:r>
            <a:rPr lang="ar-SA" b="0" i="0" baseline="0"/>
            <a:t>ثابت، قوي، سهل الترقية، مناسب للشغل التقيل والمكاتب</a:t>
          </a:r>
          <a:r>
            <a:rPr lang="en-US" b="0" i="0" baseline="0"/>
            <a:t>.</a:t>
          </a:r>
          <a:endParaRPr lang="en-US"/>
        </a:p>
      </dgm:t>
    </dgm:pt>
    <dgm:pt modelId="{A2482B28-2B3D-4416-AB06-2C617D2FA9A9}" type="parTrans" cxnId="{8BE02676-1E72-4137-9AA2-AF71C8DBBB84}">
      <dgm:prSet/>
      <dgm:spPr/>
      <dgm:t>
        <a:bodyPr/>
        <a:lstStyle/>
        <a:p>
          <a:endParaRPr lang="en-US"/>
        </a:p>
      </dgm:t>
    </dgm:pt>
    <dgm:pt modelId="{2FD40378-1DF1-4144-8E76-9E6443E6CC09}" type="sibTrans" cxnId="{8BE02676-1E72-4137-9AA2-AF71C8DBBB8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7623D2A-945B-458C-828C-BF57BE70613B}">
      <dgm:prSet/>
      <dgm:spPr/>
      <dgm:t>
        <a:bodyPr/>
        <a:lstStyle/>
        <a:p>
          <a:r>
            <a:rPr lang="en-US" b="1" i="0" baseline="0"/>
            <a:t>Server:</a:t>
          </a:r>
          <a:r>
            <a:rPr lang="en-US" b="0" i="0" baseline="0"/>
            <a:t> </a:t>
          </a:r>
          <a:r>
            <a:rPr lang="ar-SA" b="0" i="0" baseline="0"/>
            <a:t>جهاز قوي جدًا، بيخدم أجهزة تانية في الشبكة (مواقع – قواعد بيانات – تطبيقات)</a:t>
          </a:r>
          <a:r>
            <a:rPr lang="en-US" b="0" i="0" baseline="0"/>
            <a:t>.</a:t>
          </a:r>
          <a:endParaRPr lang="en-US"/>
        </a:p>
      </dgm:t>
    </dgm:pt>
    <dgm:pt modelId="{5BC32660-6D94-41C4-87EF-D19A7DFD045A}" type="parTrans" cxnId="{40311231-891B-4E51-BB51-DE28F9D0E8CF}">
      <dgm:prSet/>
      <dgm:spPr/>
      <dgm:t>
        <a:bodyPr/>
        <a:lstStyle/>
        <a:p>
          <a:endParaRPr lang="en-US"/>
        </a:p>
      </dgm:t>
    </dgm:pt>
    <dgm:pt modelId="{D1364DD9-59EB-4965-8647-2270550139F2}" type="sibTrans" cxnId="{40311231-891B-4E51-BB51-DE28F9D0E8C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BEA8E4F-A51C-4532-8ED1-087880634417}" type="pres">
      <dgm:prSet presAssocID="{3E8E94DE-4DB7-4030-BE61-D7BE8ED864D6}" presName="Name0" presStyleCnt="0">
        <dgm:presLayoutVars>
          <dgm:animLvl val="lvl"/>
          <dgm:resizeHandles val="exact"/>
        </dgm:presLayoutVars>
      </dgm:prSet>
      <dgm:spPr/>
    </dgm:pt>
    <dgm:pt modelId="{7A244396-8D6B-4210-98DD-5C64240BFECF}" type="pres">
      <dgm:prSet presAssocID="{5AB6FF4A-F351-4E32-9DA2-0C8CA4BE9B9A}" presName="compositeNode" presStyleCnt="0">
        <dgm:presLayoutVars>
          <dgm:bulletEnabled val="1"/>
        </dgm:presLayoutVars>
      </dgm:prSet>
      <dgm:spPr/>
    </dgm:pt>
    <dgm:pt modelId="{6A13B26D-9130-47E2-87CE-7DC270AFFF94}" type="pres">
      <dgm:prSet presAssocID="{5AB6FF4A-F351-4E32-9DA2-0C8CA4BE9B9A}" presName="bgRect" presStyleLbl="bgAccFollowNode1" presStyleIdx="0" presStyleCnt="3"/>
      <dgm:spPr/>
    </dgm:pt>
    <dgm:pt modelId="{FD8C5B47-9CB5-4668-BDE8-A72F20B6AC61}" type="pres">
      <dgm:prSet presAssocID="{E133CE2D-0DDF-48F3-AE61-0FDDD1215F8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A5C33EBC-035D-475B-AF94-3774F94EE07D}" type="pres">
      <dgm:prSet presAssocID="{5AB6FF4A-F351-4E32-9DA2-0C8CA4BE9B9A}" presName="bottomLine" presStyleLbl="alignNode1" presStyleIdx="1" presStyleCnt="6">
        <dgm:presLayoutVars/>
      </dgm:prSet>
      <dgm:spPr/>
    </dgm:pt>
    <dgm:pt modelId="{5912EDE9-DCF6-476A-9172-AF6C68124C8C}" type="pres">
      <dgm:prSet presAssocID="{5AB6FF4A-F351-4E32-9DA2-0C8CA4BE9B9A}" presName="nodeText" presStyleLbl="bgAccFollowNode1" presStyleIdx="0" presStyleCnt="3">
        <dgm:presLayoutVars>
          <dgm:bulletEnabled val="1"/>
        </dgm:presLayoutVars>
      </dgm:prSet>
      <dgm:spPr/>
    </dgm:pt>
    <dgm:pt modelId="{74380A05-76E9-43A2-8B56-8B8D1740E75B}" type="pres">
      <dgm:prSet presAssocID="{E133CE2D-0DDF-48F3-AE61-0FDDD1215F8B}" presName="sibTrans" presStyleCnt="0"/>
      <dgm:spPr/>
    </dgm:pt>
    <dgm:pt modelId="{43B64319-635D-4F2D-AC45-F3ADAC1C730A}" type="pres">
      <dgm:prSet presAssocID="{9D91AB75-C2FB-403A-A48A-9703A2C4737B}" presName="compositeNode" presStyleCnt="0">
        <dgm:presLayoutVars>
          <dgm:bulletEnabled val="1"/>
        </dgm:presLayoutVars>
      </dgm:prSet>
      <dgm:spPr/>
    </dgm:pt>
    <dgm:pt modelId="{4249C665-6361-49E6-A68A-2A2FCB9A6D2E}" type="pres">
      <dgm:prSet presAssocID="{9D91AB75-C2FB-403A-A48A-9703A2C4737B}" presName="bgRect" presStyleLbl="bgAccFollowNode1" presStyleIdx="1" presStyleCnt="3"/>
      <dgm:spPr/>
    </dgm:pt>
    <dgm:pt modelId="{33FC56C1-D1B4-428F-BE58-10552A813365}" type="pres">
      <dgm:prSet presAssocID="{2FD40378-1DF1-4144-8E76-9E6443E6CC0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6FB0D5E-05A6-4D61-B4C1-720BFBA638A4}" type="pres">
      <dgm:prSet presAssocID="{9D91AB75-C2FB-403A-A48A-9703A2C4737B}" presName="bottomLine" presStyleLbl="alignNode1" presStyleIdx="3" presStyleCnt="6">
        <dgm:presLayoutVars/>
      </dgm:prSet>
      <dgm:spPr/>
    </dgm:pt>
    <dgm:pt modelId="{FD974516-0230-40A1-ADA9-607D22FC60DC}" type="pres">
      <dgm:prSet presAssocID="{9D91AB75-C2FB-403A-A48A-9703A2C4737B}" presName="nodeText" presStyleLbl="bgAccFollowNode1" presStyleIdx="1" presStyleCnt="3">
        <dgm:presLayoutVars>
          <dgm:bulletEnabled val="1"/>
        </dgm:presLayoutVars>
      </dgm:prSet>
      <dgm:spPr/>
    </dgm:pt>
    <dgm:pt modelId="{738798FF-02CC-4E3F-A3FF-D6EAB299567B}" type="pres">
      <dgm:prSet presAssocID="{2FD40378-1DF1-4144-8E76-9E6443E6CC09}" presName="sibTrans" presStyleCnt="0"/>
      <dgm:spPr/>
    </dgm:pt>
    <dgm:pt modelId="{8CBBEC62-14F0-43F8-97AC-E6ED4D2273B4}" type="pres">
      <dgm:prSet presAssocID="{A7623D2A-945B-458C-828C-BF57BE70613B}" presName="compositeNode" presStyleCnt="0">
        <dgm:presLayoutVars>
          <dgm:bulletEnabled val="1"/>
        </dgm:presLayoutVars>
      </dgm:prSet>
      <dgm:spPr/>
    </dgm:pt>
    <dgm:pt modelId="{3FD5A618-3BE0-48A2-858E-8768EE90C964}" type="pres">
      <dgm:prSet presAssocID="{A7623D2A-945B-458C-828C-BF57BE70613B}" presName="bgRect" presStyleLbl="bgAccFollowNode1" presStyleIdx="2" presStyleCnt="3"/>
      <dgm:spPr/>
    </dgm:pt>
    <dgm:pt modelId="{091E1BBC-153A-4FAC-95F3-7BC39A24B7C2}" type="pres">
      <dgm:prSet presAssocID="{D1364DD9-59EB-4965-8647-2270550139F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1FF96A01-AB0B-4A4F-B2D5-6D58CF29B2D7}" type="pres">
      <dgm:prSet presAssocID="{A7623D2A-945B-458C-828C-BF57BE70613B}" presName="bottomLine" presStyleLbl="alignNode1" presStyleIdx="5" presStyleCnt="6">
        <dgm:presLayoutVars/>
      </dgm:prSet>
      <dgm:spPr/>
    </dgm:pt>
    <dgm:pt modelId="{E4F75DCA-79EC-4304-B5FD-DFEA5B30267E}" type="pres">
      <dgm:prSet presAssocID="{A7623D2A-945B-458C-828C-BF57BE70613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2C75506-CCD6-4C4B-B973-E01C6F8836A6}" type="presOf" srcId="{E133CE2D-0DDF-48F3-AE61-0FDDD1215F8B}" destId="{FD8C5B47-9CB5-4668-BDE8-A72F20B6AC61}" srcOrd="0" destOrd="0" presId="urn:microsoft.com/office/officeart/2016/7/layout/BasicLinearProcessNumbered"/>
    <dgm:cxn modelId="{3AB34117-A325-4537-9F48-882D6AB7CD03}" type="presOf" srcId="{5AB6FF4A-F351-4E32-9DA2-0C8CA4BE9B9A}" destId="{5912EDE9-DCF6-476A-9172-AF6C68124C8C}" srcOrd="1" destOrd="0" presId="urn:microsoft.com/office/officeart/2016/7/layout/BasicLinearProcessNumbered"/>
    <dgm:cxn modelId="{40311231-891B-4E51-BB51-DE28F9D0E8CF}" srcId="{3E8E94DE-4DB7-4030-BE61-D7BE8ED864D6}" destId="{A7623D2A-945B-458C-828C-BF57BE70613B}" srcOrd="2" destOrd="0" parTransId="{5BC32660-6D94-41C4-87EF-D19A7DFD045A}" sibTransId="{D1364DD9-59EB-4965-8647-2270550139F2}"/>
    <dgm:cxn modelId="{CA011D33-FB06-45FC-BB98-396FAF748507}" type="presOf" srcId="{5AB6FF4A-F351-4E32-9DA2-0C8CA4BE9B9A}" destId="{6A13B26D-9130-47E2-87CE-7DC270AFFF94}" srcOrd="0" destOrd="0" presId="urn:microsoft.com/office/officeart/2016/7/layout/BasicLinearProcessNumbered"/>
    <dgm:cxn modelId="{20843950-CE1C-4D68-97D9-1A17266894D0}" type="presOf" srcId="{3E8E94DE-4DB7-4030-BE61-D7BE8ED864D6}" destId="{CBEA8E4F-A51C-4532-8ED1-087880634417}" srcOrd="0" destOrd="0" presId="urn:microsoft.com/office/officeart/2016/7/layout/BasicLinearProcessNumbered"/>
    <dgm:cxn modelId="{5BFC1B74-B3DD-4554-BE69-E3B51D20C9F6}" type="presOf" srcId="{2FD40378-1DF1-4144-8E76-9E6443E6CC09}" destId="{33FC56C1-D1B4-428F-BE58-10552A813365}" srcOrd="0" destOrd="0" presId="urn:microsoft.com/office/officeart/2016/7/layout/BasicLinearProcessNumbered"/>
    <dgm:cxn modelId="{8BE02676-1E72-4137-9AA2-AF71C8DBBB84}" srcId="{3E8E94DE-4DB7-4030-BE61-D7BE8ED864D6}" destId="{9D91AB75-C2FB-403A-A48A-9703A2C4737B}" srcOrd="1" destOrd="0" parTransId="{A2482B28-2B3D-4416-AB06-2C617D2FA9A9}" sibTransId="{2FD40378-1DF1-4144-8E76-9E6443E6CC09}"/>
    <dgm:cxn modelId="{FAE48777-F167-4B72-93B2-EBDC2FEAD345}" type="presOf" srcId="{A7623D2A-945B-458C-828C-BF57BE70613B}" destId="{E4F75DCA-79EC-4304-B5FD-DFEA5B30267E}" srcOrd="1" destOrd="0" presId="urn:microsoft.com/office/officeart/2016/7/layout/BasicLinearProcessNumbered"/>
    <dgm:cxn modelId="{0BC49C59-E47E-42E3-B388-1CBED83A4031}" type="presOf" srcId="{9D91AB75-C2FB-403A-A48A-9703A2C4737B}" destId="{FD974516-0230-40A1-ADA9-607D22FC60DC}" srcOrd="1" destOrd="0" presId="urn:microsoft.com/office/officeart/2016/7/layout/BasicLinearProcessNumbered"/>
    <dgm:cxn modelId="{C133217E-9F27-44FF-B3D9-98476A93D3AC}" type="presOf" srcId="{D1364DD9-59EB-4965-8647-2270550139F2}" destId="{091E1BBC-153A-4FAC-95F3-7BC39A24B7C2}" srcOrd="0" destOrd="0" presId="urn:microsoft.com/office/officeart/2016/7/layout/BasicLinearProcessNumbered"/>
    <dgm:cxn modelId="{C0D10D89-A416-47D7-9087-32ACE9DED6B3}" type="presOf" srcId="{A7623D2A-945B-458C-828C-BF57BE70613B}" destId="{3FD5A618-3BE0-48A2-858E-8768EE90C964}" srcOrd="0" destOrd="0" presId="urn:microsoft.com/office/officeart/2016/7/layout/BasicLinearProcessNumbered"/>
    <dgm:cxn modelId="{707EDCA4-06C6-43F8-BC45-7C795B57DCCE}" type="presOf" srcId="{9D91AB75-C2FB-403A-A48A-9703A2C4737B}" destId="{4249C665-6361-49E6-A68A-2A2FCB9A6D2E}" srcOrd="0" destOrd="0" presId="urn:microsoft.com/office/officeart/2016/7/layout/BasicLinearProcessNumbered"/>
    <dgm:cxn modelId="{B8D089FF-8A77-4215-AB3F-DF62565F8CF4}" srcId="{3E8E94DE-4DB7-4030-BE61-D7BE8ED864D6}" destId="{5AB6FF4A-F351-4E32-9DA2-0C8CA4BE9B9A}" srcOrd="0" destOrd="0" parTransId="{F75D20CC-650F-4F7F-823E-53EA8521B101}" sibTransId="{E133CE2D-0DDF-48F3-AE61-0FDDD1215F8B}"/>
    <dgm:cxn modelId="{F55955F7-6AD2-44A9-9007-A0492663C393}" type="presParOf" srcId="{CBEA8E4F-A51C-4532-8ED1-087880634417}" destId="{7A244396-8D6B-4210-98DD-5C64240BFECF}" srcOrd="0" destOrd="0" presId="urn:microsoft.com/office/officeart/2016/7/layout/BasicLinearProcessNumbered"/>
    <dgm:cxn modelId="{1C54442B-CB58-472F-98E0-03250F7D85DC}" type="presParOf" srcId="{7A244396-8D6B-4210-98DD-5C64240BFECF}" destId="{6A13B26D-9130-47E2-87CE-7DC270AFFF94}" srcOrd="0" destOrd="0" presId="urn:microsoft.com/office/officeart/2016/7/layout/BasicLinearProcessNumbered"/>
    <dgm:cxn modelId="{1EB1032B-99BA-4667-B071-BFB58971E86A}" type="presParOf" srcId="{7A244396-8D6B-4210-98DD-5C64240BFECF}" destId="{FD8C5B47-9CB5-4668-BDE8-A72F20B6AC61}" srcOrd="1" destOrd="0" presId="urn:microsoft.com/office/officeart/2016/7/layout/BasicLinearProcessNumbered"/>
    <dgm:cxn modelId="{C28E6AEB-B37C-4F03-9B50-59A9838FE7FB}" type="presParOf" srcId="{7A244396-8D6B-4210-98DD-5C64240BFECF}" destId="{A5C33EBC-035D-475B-AF94-3774F94EE07D}" srcOrd="2" destOrd="0" presId="urn:microsoft.com/office/officeart/2016/7/layout/BasicLinearProcessNumbered"/>
    <dgm:cxn modelId="{B2ABBC90-E645-4DCC-87AC-5D11944E48ED}" type="presParOf" srcId="{7A244396-8D6B-4210-98DD-5C64240BFECF}" destId="{5912EDE9-DCF6-476A-9172-AF6C68124C8C}" srcOrd="3" destOrd="0" presId="urn:microsoft.com/office/officeart/2016/7/layout/BasicLinearProcessNumbered"/>
    <dgm:cxn modelId="{AEE058DC-03D0-4B24-B24E-135E3749CD1D}" type="presParOf" srcId="{CBEA8E4F-A51C-4532-8ED1-087880634417}" destId="{74380A05-76E9-43A2-8B56-8B8D1740E75B}" srcOrd="1" destOrd="0" presId="urn:microsoft.com/office/officeart/2016/7/layout/BasicLinearProcessNumbered"/>
    <dgm:cxn modelId="{C062525F-FA98-4CD6-B3F6-4F93CB9C41CD}" type="presParOf" srcId="{CBEA8E4F-A51C-4532-8ED1-087880634417}" destId="{43B64319-635D-4F2D-AC45-F3ADAC1C730A}" srcOrd="2" destOrd="0" presId="urn:microsoft.com/office/officeart/2016/7/layout/BasicLinearProcessNumbered"/>
    <dgm:cxn modelId="{319A3B52-4A57-4DBC-9934-26F0C0414084}" type="presParOf" srcId="{43B64319-635D-4F2D-AC45-F3ADAC1C730A}" destId="{4249C665-6361-49E6-A68A-2A2FCB9A6D2E}" srcOrd="0" destOrd="0" presId="urn:microsoft.com/office/officeart/2016/7/layout/BasicLinearProcessNumbered"/>
    <dgm:cxn modelId="{E72561CE-2258-4907-9F50-4E4AF9DBAEB9}" type="presParOf" srcId="{43B64319-635D-4F2D-AC45-F3ADAC1C730A}" destId="{33FC56C1-D1B4-428F-BE58-10552A813365}" srcOrd="1" destOrd="0" presId="urn:microsoft.com/office/officeart/2016/7/layout/BasicLinearProcessNumbered"/>
    <dgm:cxn modelId="{8BAB8F8A-0442-4330-B92E-30732698A120}" type="presParOf" srcId="{43B64319-635D-4F2D-AC45-F3ADAC1C730A}" destId="{76FB0D5E-05A6-4D61-B4C1-720BFBA638A4}" srcOrd="2" destOrd="0" presId="urn:microsoft.com/office/officeart/2016/7/layout/BasicLinearProcessNumbered"/>
    <dgm:cxn modelId="{FE502B23-0ECB-4CEA-AF7C-BFC30A2DD194}" type="presParOf" srcId="{43B64319-635D-4F2D-AC45-F3ADAC1C730A}" destId="{FD974516-0230-40A1-ADA9-607D22FC60DC}" srcOrd="3" destOrd="0" presId="urn:microsoft.com/office/officeart/2016/7/layout/BasicLinearProcessNumbered"/>
    <dgm:cxn modelId="{5DC0F3EF-3E6C-4929-AA1B-9042D0922A16}" type="presParOf" srcId="{CBEA8E4F-A51C-4532-8ED1-087880634417}" destId="{738798FF-02CC-4E3F-A3FF-D6EAB299567B}" srcOrd="3" destOrd="0" presId="urn:microsoft.com/office/officeart/2016/7/layout/BasicLinearProcessNumbered"/>
    <dgm:cxn modelId="{1E313F1C-F442-4BB0-ACC9-FBF18A9DB462}" type="presParOf" srcId="{CBEA8E4F-A51C-4532-8ED1-087880634417}" destId="{8CBBEC62-14F0-43F8-97AC-E6ED4D2273B4}" srcOrd="4" destOrd="0" presId="urn:microsoft.com/office/officeart/2016/7/layout/BasicLinearProcessNumbered"/>
    <dgm:cxn modelId="{B457D5B9-FFDE-48DA-88CF-FA88E46EA004}" type="presParOf" srcId="{8CBBEC62-14F0-43F8-97AC-E6ED4D2273B4}" destId="{3FD5A618-3BE0-48A2-858E-8768EE90C964}" srcOrd="0" destOrd="0" presId="urn:microsoft.com/office/officeart/2016/7/layout/BasicLinearProcessNumbered"/>
    <dgm:cxn modelId="{C0F1F702-79C6-47B9-8153-1AA13360A721}" type="presParOf" srcId="{8CBBEC62-14F0-43F8-97AC-E6ED4D2273B4}" destId="{091E1BBC-153A-4FAC-95F3-7BC39A24B7C2}" srcOrd="1" destOrd="0" presId="urn:microsoft.com/office/officeart/2016/7/layout/BasicLinearProcessNumbered"/>
    <dgm:cxn modelId="{F77226D4-5D96-4BBB-A220-74C2A2DAB3A8}" type="presParOf" srcId="{8CBBEC62-14F0-43F8-97AC-E6ED4D2273B4}" destId="{1FF96A01-AB0B-4A4F-B2D5-6D58CF29B2D7}" srcOrd="2" destOrd="0" presId="urn:microsoft.com/office/officeart/2016/7/layout/BasicLinearProcessNumbered"/>
    <dgm:cxn modelId="{9354F96C-98A6-4ECB-8811-B95E29B94FD0}" type="presParOf" srcId="{8CBBEC62-14F0-43F8-97AC-E6ED4D2273B4}" destId="{E4F75DCA-79EC-4304-B5FD-DFEA5B30267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55998A-65EA-434E-8DFC-39A4A738377D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75BF5E-85FD-4BE7-85B7-C365676EE01A}">
      <dgm:prSet/>
      <dgm:spPr/>
      <dgm:t>
        <a:bodyPr/>
        <a:lstStyle/>
        <a:p>
          <a:r>
            <a:rPr lang="en-GB" b="1"/>
            <a:t>Hardware:</a:t>
          </a:r>
          <a:r>
            <a:rPr lang="en-GB"/>
            <a:t> </a:t>
          </a:r>
          <a:r>
            <a:rPr lang="ar-EG"/>
            <a:t>المكونات المادية (</a:t>
          </a:r>
          <a:r>
            <a:rPr lang="en-GB"/>
            <a:t>CPU – RAM – Storage – Monitor).</a:t>
          </a:r>
          <a:endParaRPr lang="en-US"/>
        </a:p>
      </dgm:t>
    </dgm:pt>
    <dgm:pt modelId="{727CF38A-FA82-4D7D-BAF7-C18BD5FE1ED9}" type="parTrans" cxnId="{746952B5-DDC2-4215-867D-9D619987672A}">
      <dgm:prSet/>
      <dgm:spPr/>
      <dgm:t>
        <a:bodyPr/>
        <a:lstStyle/>
        <a:p>
          <a:endParaRPr lang="en-US"/>
        </a:p>
      </dgm:t>
    </dgm:pt>
    <dgm:pt modelId="{8A57AFA1-19C5-4FED-B8B7-9A74B8A872F2}" type="sibTrans" cxnId="{746952B5-DDC2-4215-867D-9D619987672A}">
      <dgm:prSet/>
      <dgm:spPr/>
      <dgm:t>
        <a:bodyPr/>
        <a:lstStyle/>
        <a:p>
          <a:endParaRPr lang="en-US"/>
        </a:p>
      </dgm:t>
    </dgm:pt>
    <dgm:pt modelId="{07A91855-455C-42B6-9942-05166B1ABDD1}">
      <dgm:prSet/>
      <dgm:spPr/>
      <dgm:t>
        <a:bodyPr/>
        <a:lstStyle/>
        <a:p>
          <a:r>
            <a:rPr lang="en-GB" b="1" dirty="0"/>
            <a:t>Software:</a:t>
          </a:r>
          <a:r>
            <a:rPr lang="en-GB" dirty="0"/>
            <a:t> </a:t>
          </a:r>
          <a:r>
            <a:rPr lang="ar-EG" dirty="0"/>
            <a:t>البرامج اللي بتخليك تستخدم الجهاز (</a:t>
          </a:r>
          <a:r>
            <a:rPr lang="en-GB" dirty="0"/>
            <a:t>Windows – Office – Apps).</a:t>
          </a:r>
          <a:endParaRPr lang="en-US" dirty="0"/>
        </a:p>
      </dgm:t>
    </dgm:pt>
    <dgm:pt modelId="{93E679D6-F033-4346-887B-1412F0BBE98A}" type="parTrans" cxnId="{A7E18B6A-DA09-4537-9128-DAEA358F8CD5}">
      <dgm:prSet/>
      <dgm:spPr/>
      <dgm:t>
        <a:bodyPr/>
        <a:lstStyle/>
        <a:p>
          <a:endParaRPr lang="en-US"/>
        </a:p>
      </dgm:t>
    </dgm:pt>
    <dgm:pt modelId="{61ECA222-EC4D-4DBD-896B-C630DCEBDD79}" type="sibTrans" cxnId="{A7E18B6A-DA09-4537-9128-DAEA358F8CD5}">
      <dgm:prSet/>
      <dgm:spPr/>
      <dgm:t>
        <a:bodyPr/>
        <a:lstStyle/>
        <a:p>
          <a:endParaRPr lang="en-US"/>
        </a:p>
      </dgm:t>
    </dgm:pt>
    <dgm:pt modelId="{4C9345AD-D393-4D96-B7C8-1919743141D3}">
      <dgm:prSet/>
      <dgm:spPr/>
      <dgm:t>
        <a:bodyPr/>
        <a:lstStyle/>
        <a:p>
          <a:r>
            <a:rPr lang="en-GB" b="1"/>
            <a:t>Operating System (OS):</a:t>
          </a:r>
          <a:r>
            <a:rPr lang="en-GB"/>
            <a:t> </a:t>
          </a:r>
          <a:r>
            <a:rPr lang="ar-EG"/>
            <a:t>النظام اللي بيتحكم في الجهاز (</a:t>
          </a:r>
          <a:r>
            <a:rPr lang="en-GB"/>
            <a:t>Windows – macOS – Linux).</a:t>
          </a:r>
          <a:endParaRPr lang="en-US"/>
        </a:p>
      </dgm:t>
    </dgm:pt>
    <dgm:pt modelId="{D210B8EF-A0EF-45D5-B601-F8145053E034}" type="parTrans" cxnId="{2138D95D-CDDA-4930-9F69-3250177246B9}">
      <dgm:prSet/>
      <dgm:spPr/>
      <dgm:t>
        <a:bodyPr/>
        <a:lstStyle/>
        <a:p>
          <a:endParaRPr lang="en-US"/>
        </a:p>
      </dgm:t>
    </dgm:pt>
    <dgm:pt modelId="{02A30BB6-BF4F-46E1-9B60-8E6CD55F620A}" type="sibTrans" cxnId="{2138D95D-CDDA-4930-9F69-3250177246B9}">
      <dgm:prSet/>
      <dgm:spPr/>
      <dgm:t>
        <a:bodyPr/>
        <a:lstStyle/>
        <a:p>
          <a:endParaRPr lang="en-US"/>
        </a:p>
      </dgm:t>
    </dgm:pt>
    <dgm:pt modelId="{BB482911-D8E9-4E25-8627-66D8BE10644C}">
      <dgm:prSet/>
      <dgm:spPr/>
      <dgm:t>
        <a:bodyPr/>
        <a:lstStyle/>
        <a:p>
          <a:r>
            <a:rPr lang="en-GB" b="1"/>
            <a:t>File &amp; Folder:</a:t>
          </a:r>
          <a:r>
            <a:rPr lang="en-GB"/>
            <a:t> </a:t>
          </a:r>
          <a:r>
            <a:rPr lang="ar-EG"/>
            <a:t>الملف = مستند أو صورة، الفولدر = مجلد بيجمع ملفات.</a:t>
          </a:r>
          <a:endParaRPr lang="en-US"/>
        </a:p>
      </dgm:t>
    </dgm:pt>
    <dgm:pt modelId="{D02D5AEC-A4B0-4360-AD6F-60C140C1F275}" type="parTrans" cxnId="{1A2729D3-5420-4037-83BF-727A7946FCD2}">
      <dgm:prSet/>
      <dgm:spPr/>
      <dgm:t>
        <a:bodyPr/>
        <a:lstStyle/>
        <a:p>
          <a:endParaRPr lang="en-US"/>
        </a:p>
      </dgm:t>
    </dgm:pt>
    <dgm:pt modelId="{F411B528-8A6E-4A6B-B17C-7066D6B4902D}" type="sibTrans" cxnId="{1A2729D3-5420-4037-83BF-727A7946FCD2}">
      <dgm:prSet/>
      <dgm:spPr/>
      <dgm:t>
        <a:bodyPr/>
        <a:lstStyle/>
        <a:p>
          <a:endParaRPr lang="en-US"/>
        </a:p>
      </dgm:t>
    </dgm:pt>
    <dgm:pt modelId="{520FFAFE-05A7-4A42-84A4-DFDFA45D0524}" type="pres">
      <dgm:prSet presAssocID="{B855998A-65EA-434E-8DFC-39A4A738377D}" presName="outerComposite" presStyleCnt="0">
        <dgm:presLayoutVars>
          <dgm:chMax val="5"/>
          <dgm:dir/>
          <dgm:resizeHandles val="exact"/>
        </dgm:presLayoutVars>
      </dgm:prSet>
      <dgm:spPr/>
    </dgm:pt>
    <dgm:pt modelId="{033FF145-72D2-4E70-9673-BC15DD13DA5C}" type="pres">
      <dgm:prSet presAssocID="{B855998A-65EA-434E-8DFC-39A4A738377D}" presName="dummyMaxCanvas" presStyleCnt="0">
        <dgm:presLayoutVars/>
      </dgm:prSet>
      <dgm:spPr/>
    </dgm:pt>
    <dgm:pt modelId="{C5512D52-E877-4492-B0E0-597BE9F2C23A}" type="pres">
      <dgm:prSet presAssocID="{B855998A-65EA-434E-8DFC-39A4A738377D}" presName="FourNodes_1" presStyleLbl="node1" presStyleIdx="0" presStyleCnt="4">
        <dgm:presLayoutVars>
          <dgm:bulletEnabled val="1"/>
        </dgm:presLayoutVars>
      </dgm:prSet>
      <dgm:spPr/>
    </dgm:pt>
    <dgm:pt modelId="{2954EB55-AB73-4612-B86F-86276084CFCF}" type="pres">
      <dgm:prSet presAssocID="{B855998A-65EA-434E-8DFC-39A4A738377D}" presName="FourNodes_2" presStyleLbl="node1" presStyleIdx="1" presStyleCnt="4">
        <dgm:presLayoutVars>
          <dgm:bulletEnabled val="1"/>
        </dgm:presLayoutVars>
      </dgm:prSet>
      <dgm:spPr/>
    </dgm:pt>
    <dgm:pt modelId="{D5E0EB79-E9F7-4D29-9F4E-B652760DB91C}" type="pres">
      <dgm:prSet presAssocID="{B855998A-65EA-434E-8DFC-39A4A738377D}" presName="FourNodes_3" presStyleLbl="node1" presStyleIdx="2" presStyleCnt="4">
        <dgm:presLayoutVars>
          <dgm:bulletEnabled val="1"/>
        </dgm:presLayoutVars>
      </dgm:prSet>
      <dgm:spPr/>
    </dgm:pt>
    <dgm:pt modelId="{4FB89A33-E26A-4DFA-83DD-37BEB0BE6E5B}" type="pres">
      <dgm:prSet presAssocID="{B855998A-65EA-434E-8DFC-39A4A738377D}" presName="FourNodes_4" presStyleLbl="node1" presStyleIdx="3" presStyleCnt="4">
        <dgm:presLayoutVars>
          <dgm:bulletEnabled val="1"/>
        </dgm:presLayoutVars>
      </dgm:prSet>
      <dgm:spPr/>
    </dgm:pt>
    <dgm:pt modelId="{7021F16B-C0B5-4DCA-9C17-C96DF9BD9AD7}" type="pres">
      <dgm:prSet presAssocID="{B855998A-65EA-434E-8DFC-39A4A738377D}" presName="FourConn_1-2" presStyleLbl="fgAccFollowNode1" presStyleIdx="0" presStyleCnt="3">
        <dgm:presLayoutVars>
          <dgm:bulletEnabled val="1"/>
        </dgm:presLayoutVars>
      </dgm:prSet>
      <dgm:spPr/>
    </dgm:pt>
    <dgm:pt modelId="{AA79F872-4DD9-4FC0-B8C3-161782144150}" type="pres">
      <dgm:prSet presAssocID="{B855998A-65EA-434E-8DFC-39A4A738377D}" presName="FourConn_2-3" presStyleLbl="fgAccFollowNode1" presStyleIdx="1" presStyleCnt="3">
        <dgm:presLayoutVars>
          <dgm:bulletEnabled val="1"/>
        </dgm:presLayoutVars>
      </dgm:prSet>
      <dgm:spPr/>
    </dgm:pt>
    <dgm:pt modelId="{F9880DEA-373C-4553-8494-044CDFCB895A}" type="pres">
      <dgm:prSet presAssocID="{B855998A-65EA-434E-8DFC-39A4A738377D}" presName="FourConn_3-4" presStyleLbl="fgAccFollowNode1" presStyleIdx="2" presStyleCnt="3">
        <dgm:presLayoutVars>
          <dgm:bulletEnabled val="1"/>
        </dgm:presLayoutVars>
      </dgm:prSet>
      <dgm:spPr/>
    </dgm:pt>
    <dgm:pt modelId="{CE93DC69-E9DE-41F8-BE22-041C90B14AD4}" type="pres">
      <dgm:prSet presAssocID="{B855998A-65EA-434E-8DFC-39A4A738377D}" presName="FourNodes_1_text" presStyleLbl="node1" presStyleIdx="3" presStyleCnt="4">
        <dgm:presLayoutVars>
          <dgm:bulletEnabled val="1"/>
        </dgm:presLayoutVars>
      </dgm:prSet>
      <dgm:spPr/>
    </dgm:pt>
    <dgm:pt modelId="{D45B7393-38AF-42BD-BD73-B6495A1A2F82}" type="pres">
      <dgm:prSet presAssocID="{B855998A-65EA-434E-8DFC-39A4A738377D}" presName="FourNodes_2_text" presStyleLbl="node1" presStyleIdx="3" presStyleCnt="4">
        <dgm:presLayoutVars>
          <dgm:bulletEnabled val="1"/>
        </dgm:presLayoutVars>
      </dgm:prSet>
      <dgm:spPr/>
    </dgm:pt>
    <dgm:pt modelId="{C9FABB3D-C449-4CFD-9BF6-73307CD901DE}" type="pres">
      <dgm:prSet presAssocID="{B855998A-65EA-434E-8DFC-39A4A738377D}" presName="FourNodes_3_text" presStyleLbl="node1" presStyleIdx="3" presStyleCnt="4">
        <dgm:presLayoutVars>
          <dgm:bulletEnabled val="1"/>
        </dgm:presLayoutVars>
      </dgm:prSet>
      <dgm:spPr/>
    </dgm:pt>
    <dgm:pt modelId="{D220100D-7671-45F0-AD6B-55C36384DC7F}" type="pres">
      <dgm:prSet presAssocID="{B855998A-65EA-434E-8DFC-39A4A738377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40FF708-2DFE-45BB-8384-268FBFCA09E0}" type="presOf" srcId="{07A91855-455C-42B6-9942-05166B1ABDD1}" destId="{2954EB55-AB73-4612-B86F-86276084CFCF}" srcOrd="0" destOrd="0" presId="urn:microsoft.com/office/officeart/2005/8/layout/vProcess5"/>
    <dgm:cxn modelId="{EA835F09-1CCC-492F-93B7-EC788E3EF374}" type="presOf" srcId="{07A91855-455C-42B6-9942-05166B1ABDD1}" destId="{D45B7393-38AF-42BD-BD73-B6495A1A2F82}" srcOrd="1" destOrd="0" presId="urn:microsoft.com/office/officeart/2005/8/layout/vProcess5"/>
    <dgm:cxn modelId="{CA21990E-14D2-4D00-8155-E850EEE4DF5D}" type="presOf" srcId="{BB482911-D8E9-4E25-8627-66D8BE10644C}" destId="{4FB89A33-E26A-4DFA-83DD-37BEB0BE6E5B}" srcOrd="0" destOrd="0" presId="urn:microsoft.com/office/officeart/2005/8/layout/vProcess5"/>
    <dgm:cxn modelId="{167D062B-B7B2-4149-B10B-7815D37E7E8F}" type="presOf" srcId="{4C9345AD-D393-4D96-B7C8-1919743141D3}" destId="{C9FABB3D-C449-4CFD-9BF6-73307CD901DE}" srcOrd="1" destOrd="0" presId="urn:microsoft.com/office/officeart/2005/8/layout/vProcess5"/>
    <dgm:cxn modelId="{6092F73C-BDBB-461F-A278-CF84675A3BBA}" type="presOf" srcId="{02A30BB6-BF4F-46E1-9B60-8E6CD55F620A}" destId="{F9880DEA-373C-4553-8494-044CDFCB895A}" srcOrd="0" destOrd="0" presId="urn:microsoft.com/office/officeart/2005/8/layout/vProcess5"/>
    <dgm:cxn modelId="{2138D95D-CDDA-4930-9F69-3250177246B9}" srcId="{B855998A-65EA-434E-8DFC-39A4A738377D}" destId="{4C9345AD-D393-4D96-B7C8-1919743141D3}" srcOrd="2" destOrd="0" parTransId="{D210B8EF-A0EF-45D5-B601-F8145053E034}" sibTransId="{02A30BB6-BF4F-46E1-9B60-8E6CD55F620A}"/>
    <dgm:cxn modelId="{A7E18B6A-DA09-4537-9128-DAEA358F8CD5}" srcId="{B855998A-65EA-434E-8DFC-39A4A738377D}" destId="{07A91855-455C-42B6-9942-05166B1ABDD1}" srcOrd="1" destOrd="0" parTransId="{93E679D6-F033-4346-887B-1412F0BBE98A}" sibTransId="{61ECA222-EC4D-4DBD-896B-C630DCEBDD79}"/>
    <dgm:cxn modelId="{07F2E96D-362D-48CE-9E33-3CD99A70E152}" type="presOf" srcId="{4C9345AD-D393-4D96-B7C8-1919743141D3}" destId="{D5E0EB79-E9F7-4D29-9F4E-B652760DB91C}" srcOrd="0" destOrd="0" presId="urn:microsoft.com/office/officeart/2005/8/layout/vProcess5"/>
    <dgm:cxn modelId="{19A86D7D-4DB5-4AB1-99A7-1FAD63D6A0F5}" type="presOf" srcId="{E075BF5E-85FD-4BE7-85B7-C365676EE01A}" destId="{CE93DC69-E9DE-41F8-BE22-041C90B14AD4}" srcOrd="1" destOrd="0" presId="urn:microsoft.com/office/officeart/2005/8/layout/vProcess5"/>
    <dgm:cxn modelId="{E38FC092-1EB5-4875-91E0-0339AA63A55D}" type="presOf" srcId="{8A57AFA1-19C5-4FED-B8B7-9A74B8A872F2}" destId="{7021F16B-C0B5-4DCA-9C17-C96DF9BD9AD7}" srcOrd="0" destOrd="0" presId="urn:microsoft.com/office/officeart/2005/8/layout/vProcess5"/>
    <dgm:cxn modelId="{347F4993-214C-4074-849F-CC9982D7E6E2}" type="presOf" srcId="{BB482911-D8E9-4E25-8627-66D8BE10644C}" destId="{D220100D-7671-45F0-AD6B-55C36384DC7F}" srcOrd="1" destOrd="0" presId="urn:microsoft.com/office/officeart/2005/8/layout/vProcess5"/>
    <dgm:cxn modelId="{AA0DF49B-B448-4DEB-8475-5EBA5CFA0831}" type="presOf" srcId="{61ECA222-EC4D-4DBD-896B-C630DCEBDD79}" destId="{AA79F872-4DD9-4FC0-B8C3-161782144150}" srcOrd="0" destOrd="0" presId="urn:microsoft.com/office/officeart/2005/8/layout/vProcess5"/>
    <dgm:cxn modelId="{746952B5-DDC2-4215-867D-9D619987672A}" srcId="{B855998A-65EA-434E-8DFC-39A4A738377D}" destId="{E075BF5E-85FD-4BE7-85B7-C365676EE01A}" srcOrd="0" destOrd="0" parTransId="{727CF38A-FA82-4D7D-BAF7-C18BD5FE1ED9}" sibTransId="{8A57AFA1-19C5-4FED-B8B7-9A74B8A872F2}"/>
    <dgm:cxn modelId="{1A2729D3-5420-4037-83BF-727A7946FCD2}" srcId="{B855998A-65EA-434E-8DFC-39A4A738377D}" destId="{BB482911-D8E9-4E25-8627-66D8BE10644C}" srcOrd="3" destOrd="0" parTransId="{D02D5AEC-A4B0-4360-AD6F-60C140C1F275}" sibTransId="{F411B528-8A6E-4A6B-B17C-7066D6B4902D}"/>
    <dgm:cxn modelId="{418B84E9-925B-4CC2-8A6B-CE751545B453}" type="presOf" srcId="{B855998A-65EA-434E-8DFC-39A4A738377D}" destId="{520FFAFE-05A7-4A42-84A4-DFDFA45D0524}" srcOrd="0" destOrd="0" presId="urn:microsoft.com/office/officeart/2005/8/layout/vProcess5"/>
    <dgm:cxn modelId="{57A210F2-26B8-489A-932A-CE6CC6CC4A2C}" type="presOf" srcId="{E075BF5E-85FD-4BE7-85B7-C365676EE01A}" destId="{C5512D52-E877-4492-B0E0-597BE9F2C23A}" srcOrd="0" destOrd="0" presId="urn:microsoft.com/office/officeart/2005/8/layout/vProcess5"/>
    <dgm:cxn modelId="{74179A56-4687-4A29-BAAE-002B8B22EF86}" type="presParOf" srcId="{520FFAFE-05A7-4A42-84A4-DFDFA45D0524}" destId="{033FF145-72D2-4E70-9673-BC15DD13DA5C}" srcOrd="0" destOrd="0" presId="urn:microsoft.com/office/officeart/2005/8/layout/vProcess5"/>
    <dgm:cxn modelId="{057D6AE9-411B-4F65-A97E-30E9E3607D39}" type="presParOf" srcId="{520FFAFE-05A7-4A42-84A4-DFDFA45D0524}" destId="{C5512D52-E877-4492-B0E0-597BE9F2C23A}" srcOrd="1" destOrd="0" presId="urn:microsoft.com/office/officeart/2005/8/layout/vProcess5"/>
    <dgm:cxn modelId="{E78F0EC8-4BF0-47FC-A27C-7F0ABA365A0D}" type="presParOf" srcId="{520FFAFE-05A7-4A42-84A4-DFDFA45D0524}" destId="{2954EB55-AB73-4612-B86F-86276084CFCF}" srcOrd="2" destOrd="0" presId="urn:microsoft.com/office/officeart/2005/8/layout/vProcess5"/>
    <dgm:cxn modelId="{9EF37EDA-0627-4451-A269-E354A83D071B}" type="presParOf" srcId="{520FFAFE-05A7-4A42-84A4-DFDFA45D0524}" destId="{D5E0EB79-E9F7-4D29-9F4E-B652760DB91C}" srcOrd="3" destOrd="0" presId="urn:microsoft.com/office/officeart/2005/8/layout/vProcess5"/>
    <dgm:cxn modelId="{124A21E4-4D41-485B-A6B1-99DB9320F85D}" type="presParOf" srcId="{520FFAFE-05A7-4A42-84A4-DFDFA45D0524}" destId="{4FB89A33-E26A-4DFA-83DD-37BEB0BE6E5B}" srcOrd="4" destOrd="0" presId="urn:microsoft.com/office/officeart/2005/8/layout/vProcess5"/>
    <dgm:cxn modelId="{098477AF-06F5-420C-BBD1-6CE16998C10B}" type="presParOf" srcId="{520FFAFE-05A7-4A42-84A4-DFDFA45D0524}" destId="{7021F16B-C0B5-4DCA-9C17-C96DF9BD9AD7}" srcOrd="5" destOrd="0" presId="urn:microsoft.com/office/officeart/2005/8/layout/vProcess5"/>
    <dgm:cxn modelId="{E5802E87-53C6-4207-A6F4-7236E88EF1C7}" type="presParOf" srcId="{520FFAFE-05A7-4A42-84A4-DFDFA45D0524}" destId="{AA79F872-4DD9-4FC0-B8C3-161782144150}" srcOrd="6" destOrd="0" presId="urn:microsoft.com/office/officeart/2005/8/layout/vProcess5"/>
    <dgm:cxn modelId="{73184E47-4504-4600-A9D8-643CC94E821E}" type="presParOf" srcId="{520FFAFE-05A7-4A42-84A4-DFDFA45D0524}" destId="{F9880DEA-373C-4553-8494-044CDFCB895A}" srcOrd="7" destOrd="0" presId="urn:microsoft.com/office/officeart/2005/8/layout/vProcess5"/>
    <dgm:cxn modelId="{7B811EC4-3081-432E-92BD-0880137813F1}" type="presParOf" srcId="{520FFAFE-05A7-4A42-84A4-DFDFA45D0524}" destId="{CE93DC69-E9DE-41F8-BE22-041C90B14AD4}" srcOrd="8" destOrd="0" presId="urn:microsoft.com/office/officeart/2005/8/layout/vProcess5"/>
    <dgm:cxn modelId="{C05487F7-CE9A-4825-9AA2-03C43F7B0F00}" type="presParOf" srcId="{520FFAFE-05A7-4A42-84A4-DFDFA45D0524}" destId="{D45B7393-38AF-42BD-BD73-B6495A1A2F82}" srcOrd="9" destOrd="0" presId="urn:microsoft.com/office/officeart/2005/8/layout/vProcess5"/>
    <dgm:cxn modelId="{2ABA1917-8190-49CC-A1ED-28035B318CBB}" type="presParOf" srcId="{520FFAFE-05A7-4A42-84A4-DFDFA45D0524}" destId="{C9FABB3D-C449-4CFD-9BF6-73307CD901DE}" srcOrd="10" destOrd="0" presId="urn:microsoft.com/office/officeart/2005/8/layout/vProcess5"/>
    <dgm:cxn modelId="{A714B9CB-F086-4E30-9216-D806D4A65A46}" type="presParOf" srcId="{520FFAFE-05A7-4A42-84A4-DFDFA45D0524}" destId="{D220100D-7671-45F0-AD6B-55C36384DC7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3B26D-9130-47E2-87CE-7DC270AFFF94}">
      <dsp:nvSpPr>
        <dsp:cNvPr id="0" name=""/>
        <dsp:cNvSpPr/>
      </dsp:nvSpPr>
      <dsp:spPr>
        <a:xfrm>
          <a:off x="0" y="0"/>
          <a:ext cx="3286125" cy="39488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Laptop:</a:t>
          </a:r>
          <a:r>
            <a:rPr lang="en-US" sz="2600" b="0" i="0" kern="1200" baseline="0"/>
            <a:t> </a:t>
          </a:r>
          <a:r>
            <a:rPr lang="ar-SA" sz="2600" b="0" i="0" kern="1200" baseline="0"/>
            <a:t>خفيف، متنقل، فيه بطارية، مناسب للطلاب والشغل المتنقل</a:t>
          </a:r>
          <a:r>
            <a:rPr lang="en-US" sz="2600" b="0" i="0" kern="1200" baseline="0"/>
            <a:t>.</a:t>
          </a:r>
          <a:endParaRPr lang="en-US" sz="2600" kern="1200"/>
        </a:p>
      </dsp:txBody>
      <dsp:txXfrm>
        <a:off x="0" y="1500572"/>
        <a:ext cx="3286125" cy="2369325"/>
      </dsp:txXfrm>
    </dsp:sp>
    <dsp:sp modelId="{FD8C5B47-9CB5-4668-BDE8-A72F20B6AC61}">
      <dsp:nvSpPr>
        <dsp:cNvPr id="0" name=""/>
        <dsp:cNvSpPr/>
      </dsp:nvSpPr>
      <dsp:spPr>
        <a:xfrm>
          <a:off x="1050731" y="394887"/>
          <a:ext cx="1184662" cy="11846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24221" y="568377"/>
        <a:ext cx="837682" cy="837682"/>
      </dsp:txXfrm>
    </dsp:sp>
    <dsp:sp modelId="{A5C33EBC-035D-475B-AF94-3774F94EE07D}">
      <dsp:nvSpPr>
        <dsp:cNvPr id="0" name=""/>
        <dsp:cNvSpPr/>
      </dsp:nvSpPr>
      <dsp:spPr>
        <a:xfrm>
          <a:off x="0" y="3948804"/>
          <a:ext cx="328612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9C665-6361-49E6-A68A-2A2FCB9A6D2E}">
      <dsp:nvSpPr>
        <dsp:cNvPr id="0" name=""/>
        <dsp:cNvSpPr/>
      </dsp:nvSpPr>
      <dsp:spPr>
        <a:xfrm>
          <a:off x="3614737" y="0"/>
          <a:ext cx="3286125" cy="394887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Desktop:</a:t>
          </a:r>
          <a:r>
            <a:rPr lang="en-US" sz="2600" b="0" i="0" kern="1200" baseline="0"/>
            <a:t> </a:t>
          </a:r>
          <a:r>
            <a:rPr lang="ar-SA" sz="2600" b="0" i="0" kern="1200" baseline="0"/>
            <a:t>ثابت، قوي، سهل الترقية، مناسب للشغل التقيل والمكاتب</a:t>
          </a:r>
          <a:r>
            <a:rPr lang="en-US" sz="2600" b="0" i="0" kern="1200" baseline="0"/>
            <a:t>.</a:t>
          </a:r>
          <a:endParaRPr lang="en-US" sz="2600" kern="1200"/>
        </a:p>
      </dsp:txBody>
      <dsp:txXfrm>
        <a:off x="3614737" y="1500572"/>
        <a:ext cx="3286125" cy="2369325"/>
      </dsp:txXfrm>
    </dsp:sp>
    <dsp:sp modelId="{33FC56C1-D1B4-428F-BE58-10552A813365}">
      <dsp:nvSpPr>
        <dsp:cNvPr id="0" name=""/>
        <dsp:cNvSpPr/>
      </dsp:nvSpPr>
      <dsp:spPr>
        <a:xfrm>
          <a:off x="4665468" y="394887"/>
          <a:ext cx="1184662" cy="11846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838958" y="568377"/>
        <a:ext cx="837682" cy="837682"/>
      </dsp:txXfrm>
    </dsp:sp>
    <dsp:sp modelId="{76FB0D5E-05A6-4D61-B4C1-720BFBA638A4}">
      <dsp:nvSpPr>
        <dsp:cNvPr id="0" name=""/>
        <dsp:cNvSpPr/>
      </dsp:nvSpPr>
      <dsp:spPr>
        <a:xfrm>
          <a:off x="3614737" y="3948804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5A618-3BE0-48A2-858E-8768EE90C964}">
      <dsp:nvSpPr>
        <dsp:cNvPr id="0" name=""/>
        <dsp:cNvSpPr/>
      </dsp:nvSpPr>
      <dsp:spPr>
        <a:xfrm>
          <a:off x="7229475" y="0"/>
          <a:ext cx="3286125" cy="394887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Server:</a:t>
          </a:r>
          <a:r>
            <a:rPr lang="en-US" sz="2600" b="0" i="0" kern="1200" baseline="0"/>
            <a:t> </a:t>
          </a:r>
          <a:r>
            <a:rPr lang="ar-SA" sz="2600" b="0" i="0" kern="1200" baseline="0"/>
            <a:t>جهاز قوي جدًا، بيخدم أجهزة تانية في الشبكة (مواقع – قواعد بيانات – تطبيقات)</a:t>
          </a:r>
          <a:r>
            <a:rPr lang="en-US" sz="2600" b="0" i="0" kern="1200" baseline="0"/>
            <a:t>.</a:t>
          </a:r>
          <a:endParaRPr lang="en-US" sz="2600" kern="1200"/>
        </a:p>
      </dsp:txBody>
      <dsp:txXfrm>
        <a:off x="7229475" y="1500572"/>
        <a:ext cx="3286125" cy="2369325"/>
      </dsp:txXfrm>
    </dsp:sp>
    <dsp:sp modelId="{091E1BBC-153A-4FAC-95F3-7BC39A24B7C2}">
      <dsp:nvSpPr>
        <dsp:cNvPr id="0" name=""/>
        <dsp:cNvSpPr/>
      </dsp:nvSpPr>
      <dsp:spPr>
        <a:xfrm>
          <a:off x="8280206" y="394887"/>
          <a:ext cx="1184662" cy="118466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53696" y="568377"/>
        <a:ext cx="837682" cy="837682"/>
      </dsp:txXfrm>
    </dsp:sp>
    <dsp:sp modelId="{1FF96A01-AB0B-4A4F-B2D5-6D58CF29B2D7}">
      <dsp:nvSpPr>
        <dsp:cNvPr id="0" name=""/>
        <dsp:cNvSpPr/>
      </dsp:nvSpPr>
      <dsp:spPr>
        <a:xfrm>
          <a:off x="7229475" y="3948804"/>
          <a:ext cx="328612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12D52-E877-4492-B0E0-597BE9F2C23A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Hardware:</a:t>
          </a:r>
          <a:r>
            <a:rPr lang="en-GB" sz="2500" kern="1200"/>
            <a:t> </a:t>
          </a:r>
          <a:r>
            <a:rPr lang="ar-EG" sz="2500" kern="1200"/>
            <a:t>المكونات المادية (</a:t>
          </a:r>
          <a:r>
            <a:rPr lang="en-GB" sz="2500" kern="1200"/>
            <a:t>CPU – RAM – Storage – Monitor).</a:t>
          </a:r>
          <a:endParaRPr lang="en-US" sz="2500" kern="1200"/>
        </a:p>
      </dsp:txBody>
      <dsp:txXfrm>
        <a:off x="28038" y="28038"/>
        <a:ext cx="7298593" cy="901218"/>
      </dsp:txXfrm>
    </dsp:sp>
    <dsp:sp modelId="{2954EB55-AB73-4612-B86F-86276084CFCF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Software:</a:t>
          </a:r>
          <a:r>
            <a:rPr lang="en-GB" sz="2500" kern="1200" dirty="0"/>
            <a:t> </a:t>
          </a:r>
          <a:r>
            <a:rPr lang="ar-EG" sz="2500" kern="1200" dirty="0"/>
            <a:t>البرامج اللي بتخليك تستخدم الجهاز (</a:t>
          </a:r>
          <a:r>
            <a:rPr lang="en-GB" sz="2500" kern="1200" dirty="0"/>
            <a:t>Windows – Office – Apps).</a:t>
          </a:r>
          <a:endParaRPr lang="en-US" sz="2500" kern="1200" dirty="0"/>
        </a:p>
      </dsp:txBody>
      <dsp:txXfrm>
        <a:off x="732583" y="1159385"/>
        <a:ext cx="7029617" cy="901218"/>
      </dsp:txXfrm>
    </dsp:sp>
    <dsp:sp modelId="{D5E0EB79-E9F7-4D29-9F4E-B652760DB91C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Operating System (OS):</a:t>
          </a:r>
          <a:r>
            <a:rPr lang="en-GB" sz="2500" kern="1200"/>
            <a:t> </a:t>
          </a:r>
          <a:r>
            <a:rPr lang="ar-EG" sz="2500" kern="1200"/>
            <a:t>النظام اللي بيتحكم في الجهاز (</a:t>
          </a:r>
          <a:r>
            <a:rPr lang="en-GB" sz="2500" kern="1200"/>
            <a:t>Windows – macOS – Linux).</a:t>
          </a:r>
          <a:endParaRPr lang="en-US" sz="2500" kern="1200"/>
        </a:p>
      </dsp:txBody>
      <dsp:txXfrm>
        <a:off x="1426612" y="2290733"/>
        <a:ext cx="7040133" cy="901218"/>
      </dsp:txXfrm>
    </dsp:sp>
    <dsp:sp modelId="{4FB89A33-E26A-4DFA-83DD-37BEB0BE6E5B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File &amp; Folder:</a:t>
          </a:r>
          <a:r>
            <a:rPr lang="en-GB" sz="2500" kern="1200"/>
            <a:t> </a:t>
          </a:r>
          <a:r>
            <a:rPr lang="ar-EG" sz="2500" kern="1200"/>
            <a:t>الملف = مستند أو صورة، الفولدر = مجلد بيجمع ملفات.</a:t>
          </a:r>
          <a:endParaRPr lang="en-US" sz="2500" kern="1200"/>
        </a:p>
      </dsp:txBody>
      <dsp:txXfrm>
        <a:off x="2131157" y="3422081"/>
        <a:ext cx="7029617" cy="901218"/>
      </dsp:txXfrm>
    </dsp:sp>
    <dsp:sp modelId="{7021F16B-C0B5-4DCA-9C17-C96DF9BD9AD7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AA79F872-4DD9-4FC0-B8C3-161782144150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F9880DEA-373C-4553-8494-044CDFCB895A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46A9A-4F43-4DF9-A70B-EC87057CD2AE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05DCE-754A-4E74-AA99-9426A2256A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75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05DCE-754A-4E74-AA99-9426A2256A3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657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5630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6264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7" Type="http://schemas.openxmlformats.org/officeDocument/2006/relationships/image" Target="../media/image4.png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7" Type="http://schemas.openxmlformats.org/officeDocument/2006/relationships/image" Target="../media/image4.png"/><Relationship Id="rId2" Type="http://schemas.microsoft.com/office/2007/relationships/media" Target="../media/media3.m4a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audio" Target="../media/media4.m4a"/><Relationship Id="rId7" Type="http://schemas.openxmlformats.org/officeDocument/2006/relationships/diagramQuickStyle" Target="../diagrams/quickStyle1.xml"/><Relationship Id="rId2" Type="http://schemas.microsoft.com/office/2007/relationships/media" Target="../media/media4.m4a"/><Relationship Id="rId1" Type="http://schemas.openxmlformats.org/officeDocument/2006/relationships/tags" Target="../tags/tag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audio" Target="../media/media5.m4a"/><Relationship Id="rId7" Type="http://schemas.openxmlformats.org/officeDocument/2006/relationships/diagramLayout" Target="../diagrams/layout2.xml"/><Relationship Id="rId2" Type="http://schemas.microsoft.com/office/2007/relationships/media" Target="../media/media5.m4a"/><Relationship Id="rId1" Type="http://schemas.openxmlformats.org/officeDocument/2006/relationships/tags" Target="../tags/tag5.xml"/><Relationship Id="rId6" Type="http://schemas.openxmlformats.org/officeDocument/2006/relationships/diagramData" Target="../diagrams/data2.xml"/><Relationship Id="rId11" Type="http://schemas.openxmlformats.org/officeDocument/2006/relationships/image" Target="../media/image4.png"/><Relationship Id="rId5" Type="http://schemas.openxmlformats.org/officeDocument/2006/relationships/image" Target="../media/image7.jpeg"/><Relationship Id="rId10" Type="http://schemas.microsoft.com/office/2007/relationships/diagramDrawing" Target="../diagrams/drawing2.xml"/><Relationship Id="rId4" Type="http://schemas.openxmlformats.org/officeDocument/2006/relationships/slideLayout" Target="../slideLayouts/slideLayout13.xml"/><Relationship Id="rId9" Type="http://schemas.openxmlformats.org/officeDocument/2006/relationships/diagramColors" Target="../diagrams/colors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7" Type="http://schemas.openxmlformats.org/officeDocument/2006/relationships/image" Target="../media/image4.png"/><Relationship Id="rId2" Type="http://schemas.microsoft.com/office/2007/relationships/media" Target="../media/media7.m4a"/><Relationship Id="rId1" Type="http://schemas.openxmlformats.org/officeDocument/2006/relationships/tags" Target="../tags/tag7.xml"/><Relationship Id="rId6" Type="http://schemas.openxmlformats.org/officeDocument/2006/relationships/image" Target="../media/image2.jpe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chemeClr val="tx1"/>
                </a:solidFill>
              </a:rPr>
              <a:t>🖥️ </a:t>
            </a:r>
            <a:r>
              <a:rPr lang="en-US" sz="6000" noProof="0">
                <a:solidFill>
                  <a:schemeClr val="tx1"/>
                </a:solidFill>
              </a:rPr>
              <a:t>الدرس</a:t>
            </a:r>
            <a:r>
              <a:rPr lang="en-US" sz="6000">
                <a:solidFill>
                  <a:schemeClr val="tx1"/>
                </a:solidFill>
              </a:rPr>
              <a:t> الأول: مقدمة في  اساسيات الحاسوب 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Presented by Mohamed alaa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Placeholder 7" descr="A computer screen with blue writing on it&#10;&#10;AI-generated content may be incorrect.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/>
          <a:srcRect l="8855" r="24394" b="-1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92E2A1E8-1F92-9968-A3A6-6804015D6DC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53"/>
    </mc:Choice>
    <mc:Fallback xmlns="">
      <p:transition spd="slow" advTm="124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36AC8-265E-5CB9-63B8-E5A7C6401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🎯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أهداف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الدرس</a:t>
            </a: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1AB8903-CEA4-6754-B9DC-F4C0CD83698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تعرف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يعني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إيه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كمبيوتر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فهم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الوظائف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الأساسية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للجهاز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التمييز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بين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أنواع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الأجهزة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(Laptop – Desktop – Server).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التعرف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على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أهم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المصطلحات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للمبتدئين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مقارنة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بين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الأجهزة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المختلفة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CCC7F2D3-80DB-AA75-D63E-FDBDEBDEEA1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11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78"/>
    </mc:Choice>
    <mc:Fallback xmlns="">
      <p:transition spd="slow" advTm="151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85620-28AE-1705-EB96-F253419B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1️⃣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تعريف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الكمبيوتر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ووظائفه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الأساسية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0BED5-D176-1856-C812-95EE27A25F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2482589"/>
            <a:ext cx="3816096" cy="369437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/>
              <a:t>الكمبيوتر</a:t>
            </a:r>
            <a:r>
              <a:rPr lang="en-US" dirty="0"/>
              <a:t>: </a:t>
            </a:r>
            <a:r>
              <a:rPr lang="en-US"/>
              <a:t>جهاز</a:t>
            </a:r>
            <a:r>
              <a:rPr lang="en-US" dirty="0"/>
              <a:t> </a:t>
            </a:r>
            <a:r>
              <a:rPr lang="en-US"/>
              <a:t>إلكتروني</a:t>
            </a:r>
            <a:r>
              <a:rPr lang="en-US" dirty="0"/>
              <a:t> </a:t>
            </a:r>
            <a:r>
              <a:rPr lang="en-US"/>
              <a:t>بيستقبل</a:t>
            </a:r>
            <a:r>
              <a:rPr lang="en-US" dirty="0"/>
              <a:t> </a:t>
            </a:r>
            <a:r>
              <a:rPr lang="en-US"/>
              <a:t>بيانات</a:t>
            </a:r>
            <a:r>
              <a:rPr lang="en-US" dirty="0"/>
              <a:t> (Input)، </a:t>
            </a:r>
            <a:r>
              <a:rPr lang="en-US"/>
              <a:t>يعالجها</a:t>
            </a:r>
            <a:r>
              <a:rPr lang="en-US" dirty="0"/>
              <a:t> (Processing)، </a:t>
            </a:r>
            <a:r>
              <a:rPr lang="en-US"/>
              <a:t>ويطلعلك</a:t>
            </a:r>
            <a:r>
              <a:rPr lang="en-US" dirty="0"/>
              <a:t> </a:t>
            </a:r>
            <a:r>
              <a:rPr lang="en-US"/>
              <a:t>نتائج</a:t>
            </a:r>
            <a:r>
              <a:rPr lang="en-US" dirty="0"/>
              <a:t> (Output).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/>
              <a:t>الوظائف</a:t>
            </a:r>
            <a:r>
              <a:rPr lang="en-US" b="1" dirty="0"/>
              <a:t> </a:t>
            </a:r>
            <a:r>
              <a:rPr lang="en-US" b="1"/>
              <a:t>الأساسية</a:t>
            </a:r>
            <a:r>
              <a:rPr lang="en-US" b="1" dirty="0"/>
              <a:t>:</a:t>
            </a:r>
            <a:endParaRPr lang="en-US" dirty="0"/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إدخال</a:t>
            </a:r>
            <a:r>
              <a:rPr lang="en-US" sz="2000" dirty="0"/>
              <a:t> </a:t>
            </a:r>
            <a:r>
              <a:rPr lang="en-US" sz="2000"/>
              <a:t>البيانات</a:t>
            </a:r>
            <a:r>
              <a:rPr lang="en-US" sz="2000" dirty="0"/>
              <a:t> (Input).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معالجة</a:t>
            </a:r>
            <a:r>
              <a:rPr lang="en-US" sz="2000" dirty="0"/>
              <a:t> </a:t>
            </a:r>
            <a:r>
              <a:rPr lang="en-US" sz="2000"/>
              <a:t>البيانات</a:t>
            </a:r>
            <a:r>
              <a:rPr lang="en-US" sz="2000" dirty="0"/>
              <a:t> (Processing).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إخراج</a:t>
            </a:r>
            <a:r>
              <a:rPr lang="en-US" sz="2000" dirty="0"/>
              <a:t> </a:t>
            </a:r>
            <a:r>
              <a:rPr lang="en-US" sz="2000"/>
              <a:t>النتائج</a:t>
            </a:r>
            <a:r>
              <a:rPr lang="en-US" sz="2000" dirty="0"/>
              <a:t> (Output).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تخزين</a:t>
            </a:r>
            <a:r>
              <a:rPr lang="en-US" sz="2000" dirty="0"/>
              <a:t> </a:t>
            </a:r>
            <a:r>
              <a:rPr lang="en-US" sz="2000"/>
              <a:t>المعلومات (Storage).</a:t>
            </a:r>
            <a:endParaRPr lang="en-US" sz="2000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💡 </a:t>
            </a:r>
            <a:r>
              <a:rPr lang="en-US"/>
              <a:t>مثال</a:t>
            </a:r>
            <a:r>
              <a:rPr lang="en-US" dirty="0"/>
              <a:t> </a:t>
            </a:r>
            <a:r>
              <a:rPr lang="en-US"/>
              <a:t>عملي</a:t>
            </a:r>
            <a:r>
              <a:rPr lang="en-US" dirty="0"/>
              <a:t>: </a:t>
            </a:r>
            <a:r>
              <a:rPr lang="en-US"/>
              <a:t>لما</a:t>
            </a:r>
            <a:r>
              <a:rPr lang="en-US" dirty="0"/>
              <a:t> </a:t>
            </a:r>
            <a:r>
              <a:rPr lang="en-US"/>
              <a:t>تكتب</a:t>
            </a:r>
            <a:r>
              <a:rPr lang="en-US" dirty="0"/>
              <a:t> </a:t>
            </a:r>
            <a:r>
              <a:rPr lang="en-US"/>
              <a:t>نص</a:t>
            </a:r>
            <a:r>
              <a:rPr lang="en-US" dirty="0"/>
              <a:t> على </a:t>
            </a:r>
            <a:r>
              <a:rPr lang="en-US"/>
              <a:t>الكيبورد</a:t>
            </a:r>
            <a:r>
              <a:rPr lang="en-US" dirty="0"/>
              <a:t> → </a:t>
            </a:r>
            <a:r>
              <a:rPr lang="en-US"/>
              <a:t>الكمبيوتر</a:t>
            </a:r>
            <a:r>
              <a:rPr lang="en-US" dirty="0"/>
              <a:t> </a:t>
            </a:r>
            <a:r>
              <a:rPr lang="en-US"/>
              <a:t>يستقبل</a:t>
            </a:r>
            <a:r>
              <a:rPr lang="en-US" dirty="0"/>
              <a:t> </a:t>
            </a:r>
            <a:r>
              <a:rPr lang="en-US"/>
              <a:t>النص</a:t>
            </a:r>
            <a:r>
              <a:rPr lang="en-US" dirty="0"/>
              <a:t> → </a:t>
            </a:r>
            <a:r>
              <a:rPr lang="en-US"/>
              <a:t>يعرضه</a:t>
            </a:r>
            <a:r>
              <a:rPr lang="en-US" dirty="0"/>
              <a:t> على </a:t>
            </a:r>
            <a:r>
              <a:rPr lang="en-US"/>
              <a:t>الشاشة</a:t>
            </a:r>
            <a:r>
              <a:rPr lang="en-US" dirty="0"/>
              <a:t> → </a:t>
            </a:r>
            <a:r>
              <a:rPr lang="en-US"/>
              <a:t>ويحفظه</a:t>
            </a:r>
            <a:r>
              <a:rPr lang="en-US" dirty="0"/>
              <a:t> </a:t>
            </a:r>
            <a:r>
              <a:rPr lang="en-US"/>
              <a:t>في</a:t>
            </a:r>
            <a:r>
              <a:rPr lang="en-US" dirty="0"/>
              <a:t> </a:t>
            </a:r>
            <a:r>
              <a:rPr lang="en-US"/>
              <a:t>ملف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Placeholder 4" descr="A computer on a table&#10;&#10;AI-generated content may be incorrect.">
            <a:extLst>
              <a:ext uri="{FF2B5EF4-FFF2-40B4-BE49-F238E27FC236}">
                <a16:creationId xmlns:a16="http://schemas.microsoft.com/office/drawing/2014/main" id="{D547815F-1900-639E-16A1-C9A3270383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16" r="-1" b="21138"/>
          <a:stretch>
            <a:fillRect/>
          </a:stretch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</p:spPr>
      </p:pic>
      <p:pic>
        <p:nvPicPr>
          <p:cNvPr id="8" name="Picture 7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47DBA129-4544-CD3B-08D6-EEB96E9AE0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4" b="17618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315CFF3-CD35-A150-6BB0-24E3D350974E}"/>
              </a:ext>
            </a:extLst>
          </p:cNvPr>
          <p:cNvSpPr/>
          <p:nvPr/>
        </p:nvSpPr>
        <p:spPr>
          <a:xfrm rot="10800000" flipV="1">
            <a:off x="5153879" y="5470853"/>
            <a:ext cx="1211318" cy="28997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</a:rPr>
              <a:t>Input</a:t>
            </a:r>
            <a:endParaRPr lang="en-GB" sz="1300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583D72-C475-092E-4217-D57DEB5B1B84}"/>
              </a:ext>
            </a:extLst>
          </p:cNvPr>
          <p:cNvSpPr/>
          <p:nvPr/>
        </p:nvSpPr>
        <p:spPr>
          <a:xfrm rot="10800000" flipV="1">
            <a:off x="6949852" y="5470853"/>
            <a:ext cx="1211318" cy="28997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dirty="0"/>
              <a:t>Processing</a:t>
            </a:r>
            <a:endParaRPr lang="en-GB" sz="1300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FCCBAD-3C2C-EE61-36C3-0EF1F7BBC8E8}"/>
              </a:ext>
            </a:extLst>
          </p:cNvPr>
          <p:cNvSpPr/>
          <p:nvPr/>
        </p:nvSpPr>
        <p:spPr>
          <a:xfrm rot="10800000" flipV="1">
            <a:off x="9028252" y="6176966"/>
            <a:ext cx="1169041" cy="3555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/>
              <a:t>Output</a:t>
            </a:r>
            <a:endParaRPr lang="en-GB" sz="1300" dirty="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211004-BEB8-7269-E8E6-DF60AC186DB5}"/>
              </a:ext>
            </a:extLst>
          </p:cNvPr>
          <p:cNvSpPr/>
          <p:nvPr/>
        </p:nvSpPr>
        <p:spPr>
          <a:xfrm rot="10800000" flipV="1">
            <a:off x="10903351" y="6329364"/>
            <a:ext cx="1169040" cy="355501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/>
              <a:t>Storage</a:t>
            </a:r>
            <a:endParaRPr lang="en-GB" sz="1300" dirty="0">
              <a:solidFill>
                <a:srgbClr val="FFFFFF"/>
              </a:solidFill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2A53BEDA-4DEA-AB6A-C508-4D17E3E21C9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703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83"/>
    </mc:Choice>
    <mc:Fallback xmlns="">
      <p:transition spd="slow" advTm="324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/>
      <p:bldP spid="4" grpId="0" uiExpand="1" build="p"/>
      <p:bldP spid="9" grpId="0" animBg="1"/>
      <p:bldP spid="10" grpId="0" animBg="1"/>
      <p:bldP spid="14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F443-214A-19EE-4074-C7BAF6F6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2️⃣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أنواع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الأجهزة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E7995364-AA7E-A99F-E572-75F794B03ACE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68A89416-3FE6-5326-6973-6B39A908C16E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363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38"/>
    </mc:Choice>
    <mc:Fallback xmlns="">
      <p:transition spd="slow" advTm="300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/>
      <p:bldGraphic spid="8" grpId="0">
        <p:bldAsOne/>
      </p:bldGraphic>
      <p:bldGraphic spid="8" grpId="1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F06239E-A272-397A-F7B2-1564F2E9D9B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4311" b="1142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770CB8-F080-965A-E000-F0355DFF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3️⃣ </a:t>
            </a:r>
            <a:r>
              <a:rPr lang="en-US" sz="4400" b="1" dirty="0" err="1">
                <a:solidFill>
                  <a:schemeClr val="tx1"/>
                </a:solidFill>
              </a:rPr>
              <a:t>أهم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المصطلحات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للمبتدئين</a:t>
            </a:r>
            <a:br>
              <a:rPr lang="en-US" sz="4400" b="1" dirty="0">
                <a:solidFill>
                  <a:schemeClr val="tx1"/>
                </a:solidFill>
              </a:rPr>
            </a:br>
            <a:endParaRPr 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E162BFB8-FF46-1D89-5B91-DB991BEF74C0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40E141F-B0DF-6FCD-F25C-24181A988FF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1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952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798"/>
    </mc:Choice>
    <mc:Fallback xmlns="">
      <p:transition spd="slow" advTm="297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0A2F-4534-D30B-6474-F2CB5E64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4️⃣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الفرق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بين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الأجهزة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المختلفة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3EF9D5-7535-7FD3-3E41-A9C7EA3D2398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20040" y="2650650"/>
          <a:ext cx="11548874" cy="355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53691">
                  <a:extLst>
                    <a:ext uri="{9D8B030D-6E8A-4147-A177-3AD203B41FA5}">
                      <a16:colId xmlns:a16="http://schemas.microsoft.com/office/drawing/2014/main" val="1370369248"/>
                    </a:ext>
                  </a:extLst>
                </a:gridCol>
                <a:gridCol w="4226573">
                  <a:extLst>
                    <a:ext uri="{9D8B030D-6E8A-4147-A177-3AD203B41FA5}">
                      <a16:colId xmlns:a16="http://schemas.microsoft.com/office/drawing/2014/main" val="1405474772"/>
                    </a:ext>
                  </a:extLst>
                </a:gridCol>
                <a:gridCol w="4268610">
                  <a:extLst>
                    <a:ext uri="{9D8B030D-6E8A-4147-A177-3AD203B41FA5}">
                      <a16:colId xmlns:a16="http://schemas.microsoft.com/office/drawing/2014/main" val="926406056"/>
                    </a:ext>
                  </a:extLst>
                </a:gridCol>
              </a:tblGrid>
              <a:tr h="8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النوع</a:t>
                      </a:r>
                    </a:p>
                  </a:txBody>
                  <a:tcPr marL="365934" marR="219560" marT="219560" marB="21956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المميزات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العيوب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66001"/>
                  </a:ext>
                </a:extLst>
              </a:tr>
              <a:tr h="8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Laptop</a:t>
                      </a:r>
                    </a:p>
                  </a:txBody>
                  <a:tcPr marL="365934" marR="219560" marT="219560" marB="21956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متنقل – بطارية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أغلى – صعب الترقية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69151"/>
                  </a:ext>
                </a:extLst>
              </a:tr>
              <a:tr h="8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Desktop</a:t>
                      </a:r>
                    </a:p>
                  </a:txBody>
                  <a:tcPr marL="365934" marR="219560" marT="219560" marB="21956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قوي – أرخص – سهل الترقية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محتاج كهرباء دايمًا – مش متنقل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943176"/>
                  </a:ext>
                </a:extLst>
              </a:tr>
              <a:tr h="8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Server</a:t>
                      </a:r>
                    </a:p>
                  </a:txBody>
                  <a:tcPr marL="365934" marR="219560" marT="219560" marB="21956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أداء عالي – يخدم أجهزة كتير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غالي – محتاج خبرة لإدارته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24414"/>
                  </a:ext>
                </a:extLst>
              </a:tr>
            </a:tbl>
          </a:graphicData>
        </a:graphic>
      </p:graphicFrame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F936688-F4D5-59FB-CCA7-510F16BA4F5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109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28"/>
    </mc:Choice>
    <mc:Fallback xmlns="">
      <p:transition spd="slow" advTm="230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B268-3F3B-DF41-C641-8ACC18B5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</a:rPr>
              <a:t>📥 </a:t>
            </a:r>
            <a:r>
              <a:rPr lang="en-US" sz="5400" dirty="0" err="1">
                <a:solidFill>
                  <a:schemeClr val="tx1"/>
                </a:solidFill>
              </a:rPr>
              <a:t>مشروع</a:t>
            </a:r>
            <a:r>
              <a:rPr lang="en-US" sz="5400" dirty="0">
                <a:solidFill>
                  <a:schemeClr val="tx1"/>
                </a:solidFill>
              </a:rPr>
              <a:t> </a:t>
            </a:r>
            <a:r>
              <a:rPr lang="en-US" sz="5400" dirty="0" err="1">
                <a:solidFill>
                  <a:schemeClr val="tx1"/>
                </a:solidFill>
              </a:rPr>
              <a:t>عملي</a:t>
            </a:r>
            <a:r>
              <a:rPr lang="en-US" sz="5400" dirty="0">
                <a:solidFill>
                  <a:schemeClr val="tx1"/>
                </a:solidFill>
              </a:rPr>
              <a:t> </a:t>
            </a:r>
            <a:r>
              <a:rPr lang="en-US" sz="5400" dirty="0" err="1">
                <a:solidFill>
                  <a:schemeClr val="tx1"/>
                </a:solidFill>
              </a:rPr>
              <a:t>صغير</a:t>
            </a:r>
            <a:endParaRPr lang="en-US" sz="5400" dirty="0">
              <a:solidFill>
                <a:schemeClr val="tx1"/>
              </a:solidFill>
            </a:endParaRPr>
          </a:p>
        </p:txBody>
      </p:sp>
      <p:pic>
        <p:nvPicPr>
          <p:cNvPr id="7" name="Picture Placeholder 4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8D698200-4C9A-D1A8-6995-B63E388A020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r="-1" b="170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6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26D77-D4FF-DCFC-8796-9ACB6925FB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افتح</a:t>
            </a:r>
            <a:r>
              <a:rPr lang="en-US" sz="2200" dirty="0"/>
              <a:t> </a:t>
            </a:r>
            <a:r>
              <a:rPr lang="en-US" sz="2200" dirty="0" err="1"/>
              <a:t>جهازك</a:t>
            </a:r>
            <a:r>
              <a:rPr lang="en-US" sz="2200" dirty="0"/>
              <a:t> </a:t>
            </a:r>
            <a:r>
              <a:rPr lang="en-US" sz="2200" dirty="0" err="1"/>
              <a:t>ولاحظ</a:t>
            </a:r>
            <a:r>
              <a:rPr lang="en-US" sz="2200" dirty="0"/>
              <a:t>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إيه</a:t>
            </a:r>
            <a:r>
              <a:rPr lang="en-US" sz="2200" dirty="0"/>
              <a:t> </a:t>
            </a:r>
            <a:r>
              <a:rPr lang="en-US" sz="2200" dirty="0" err="1"/>
              <a:t>نوعه</a:t>
            </a:r>
            <a:r>
              <a:rPr lang="en-US" sz="2200" dirty="0"/>
              <a:t> (Laptop </a:t>
            </a:r>
            <a:r>
              <a:rPr lang="en-US" sz="2200" dirty="0" err="1"/>
              <a:t>أو</a:t>
            </a:r>
            <a:r>
              <a:rPr lang="en-US" sz="2200" dirty="0"/>
              <a:t> Desktop).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جرب</a:t>
            </a:r>
            <a:r>
              <a:rPr lang="en-US" sz="2200" dirty="0"/>
              <a:t> </a:t>
            </a:r>
            <a:r>
              <a:rPr lang="en-US" sz="2200" dirty="0" err="1"/>
              <a:t>تكتب</a:t>
            </a:r>
            <a:r>
              <a:rPr lang="en-US" sz="2200" dirty="0"/>
              <a:t> </a:t>
            </a:r>
            <a:r>
              <a:rPr lang="en-US" sz="2200" dirty="0" err="1"/>
              <a:t>نص</a:t>
            </a:r>
            <a:r>
              <a:rPr lang="en-US" sz="2200" dirty="0"/>
              <a:t> على Word </a:t>
            </a:r>
            <a:r>
              <a:rPr lang="en-US" sz="2200" dirty="0" err="1"/>
              <a:t>واحفظه</a:t>
            </a:r>
            <a:r>
              <a:rPr lang="en-US" sz="2200" dirty="0"/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فكر</a:t>
            </a:r>
            <a:r>
              <a:rPr lang="en-US" sz="2200" dirty="0"/>
              <a:t>: </a:t>
            </a:r>
            <a:r>
              <a:rPr lang="en-US" sz="2200" dirty="0" err="1"/>
              <a:t>إيه</a:t>
            </a:r>
            <a:r>
              <a:rPr lang="en-US" sz="2200" dirty="0"/>
              <a:t> </a:t>
            </a:r>
            <a:r>
              <a:rPr lang="en-US" sz="2200" dirty="0" err="1"/>
              <a:t>اللي</a:t>
            </a:r>
            <a:r>
              <a:rPr lang="en-US" sz="2200" dirty="0"/>
              <a:t> </a:t>
            </a:r>
            <a:r>
              <a:rPr lang="en-US" sz="2200" dirty="0" err="1"/>
              <a:t>حصل</a:t>
            </a:r>
            <a:r>
              <a:rPr lang="en-US" sz="2200" dirty="0"/>
              <a:t>؟ (Input → Processing → Output → Storage).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4F90FF13-8EF3-FA18-FAB3-D6A473732C7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607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87"/>
    </mc:Choice>
    <mc:Fallback xmlns="">
      <p:transition spd="slow" advTm="265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2009B-31E3-EC9D-4003-C3F94CCC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ملخص</a:t>
            </a:r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الدرس</a:t>
            </a:r>
            <a:b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F714C-4DFD-D78B-EE22-4FE8BD091D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لكمبيوتر</a:t>
            </a:r>
            <a:r>
              <a:rPr lang="en-US" dirty="0"/>
              <a:t> = </a:t>
            </a:r>
            <a:r>
              <a:rPr lang="en-US" dirty="0" err="1"/>
              <a:t>جهاز</a:t>
            </a:r>
            <a:r>
              <a:rPr lang="en-US" dirty="0"/>
              <a:t> </a:t>
            </a:r>
            <a:r>
              <a:rPr lang="en-US" dirty="0" err="1"/>
              <a:t>بيعالج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ويطلع</a:t>
            </a:r>
            <a:r>
              <a:rPr lang="en-US" dirty="0"/>
              <a:t> </a:t>
            </a:r>
            <a:r>
              <a:rPr lang="en-US" dirty="0" err="1"/>
              <a:t>نتائج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الوظائف</a:t>
            </a:r>
            <a:r>
              <a:rPr lang="en-US" dirty="0"/>
              <a:t> </a:t>
            </a:r>
            <a:r>
              <a:rPr lang="en-US" dirty="0" err="1"/>
              <a:t>الأساسية</a:t>
            </a:r>
            <a:r>
              <a:rPr lang="en-US" dirty="0"/>
              <a:t>: </a:t>
            </a:r>
            <a:r>
              <a:rPr lang="en-US" dirty="0" err="1"/>
              <a:t>إدخال</a:t>
            </a:r>
            <a:r>
              <a:rPr lang="en-US" dirty="0"/>
              <a:t> – </a:t>
            </a:r>
            <a:r>
              <a:rPr lang="en-US" dirty="0" err="1"/>
              <a:t>معالجة</a:t>
            </a:r>
            <a:r>
              <a:rPr lang="en-US" dirty="0"/>
              <a:t> – </a:t>
            </a:r>
            <a:r>
              <a:rPr lang="en-US" dirty="0" err="1"/>
              <a:t>إخراج</a:t>
            </a:r>
            <a:r>
              <a:rPr lang="en-US" dirty="0"/>
              <a:t> – </a:t>
            </a:r>
            <a:r>
              <a:rPr lang="en-US" dirty="0" err="1"/>
              <a:t>تخزين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الأنواع</a:t>
            </a:r>
            <a:r>
              <a:rPr lang="en-US" dirty="0"/>
              <a:t>: Laptop – Desktop – Server.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أهم</a:t>
            </a:r>
            <a:r>
              <a:rPr lang="en-US" dirty="0"/>
              <a:t> </a:t>
            </a:r>
            <a:r>
              <a:rPr lang="en-US" dirty="0" err="1"/>
              <a:t>المصطلحات</a:t>
            </a:r>
            <a:r>
              <a:rPr lang="en-US" dirty="0"/>
              <a:t>: Hardware – Software – OS – File – Folder.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2D5568C4-68EC-355C-049B-B57E6705C2D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875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456"/>
    </mc:Choice>
    <mc:Fallback xmlns="">
      <p:transition spd="slow" advTm="514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3|1.9|2.8|3.7|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1.3|5.3|4.7|6.5|6.5|1.6|1.2|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1.5|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1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.3|7.5|9.7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360</Words>
  <Application>Microsoft Office PowerPoint</Application>
  <PresentationFormat>Widescreen</PresentationFormat>
  <Paragraphs>56</Paragraphs>
  <Slides>8</Slides>
  <Notes>1</Notes>
  <HiddenSlides>0</HiddenSlides>
  <MMClips>8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Theme</vt:lpstr>
      <vt:lpstr>🖥️ الدرس الأول: مقدمة في  اساسيات الحاسوب  </vt:lpstr>
      <vt:lpstr>🎯 أهداف الدرس</vt:lpstr>
      <vt:lpstr>1️⃣ تعريف الكمبيوتر ووظائفه الأساسية</vt:lpstr>
      <vt:lpstr>2️⃣ أنواع الأجهزة</vt:lpstr>
      <vt:lpstr>3️⃣ أهم المصطلحات للمبتدئين </vt:lpstr>
      <vt:lpstr>4️⃣ الفرق بين الأجهزة المختلفة</vt:lpstr>
      <vt:lpstr>📥 مشروع عملي صغير</vt:lpstr>
      <vt:lpstr>ملخص الدرس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Mohamed Alaa</dc:creator>
  <cp:lastModifiedBy>Mohamed Abu Tasa</cp:lastModifiedBy>
  <cp:revision>10</cp:revision>
  <dcterms:created xsi:type="dcterms:W3CDTF">2025-07-23T00:59:00Z</dcterms:created>
  <dcterms:modified xsi:type="dcterms:W3CDTF">2026-03-02T10:56:12Z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