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1519" r:id="rId2"/>
    <p:sldId id="1540" r:id="rId3"/>
    <p:sldId id="1541" r:id="rId4"/>
    <p:sldId id="1542" r:id="rId5"/>
    <p:sldId id="1543" r:id="rId6"/>
    <p:sldId id="1544" r:id="rId7"/>
    <p:sldId id="1545" r:id="rId8"/>
    <p:sldId id="1546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1" autoAdjust="0"/>
    <p:restoredTop sz="94660"/>
  </p:normalViewPr>
  <p:slideViewPr>
    <p:cSldViewPr snapToGrid="0" showGuides="1">
      <p:cViewPr>
        <p:scale>
          <a:sx n="66" d="100"/>
          <a:sy n="66" d="100"/>
        </p:scale>
        <p:origin x="1282" y="37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E8E94DE-4DB7-4030-BE61-D7BE8ED864D6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5AB6FF4A-F351-4E32-9DA2-0C8CA4BE9B9A}">
      <dgm:prSet/>
      <dgm:spPr/>
      <dgm:t>
        <a:bodyPr/>
        <a:lstStyle/>
        <a:p>
          <a:r>
            <a:rPr lang="en-US" b="1" i="0" baseline="0"/>
            <a:t>Laptop:</a:t>
          </a:r>
          <a:r>
            <a:rPr lang="en-US" b="0" i="0" baseline="0"/>
            <a:t> </a:t>
          </a:r>
          <a:r>
            <a:rPr lang="ar-SA" b="0" i="0" baseline="0"/>
            <a:t>خفيف، متنقل، فيه بطارية، مناسب للطلاب والشغل المتنقل</a:t>
          </a:r>
          <a:r>
            <a:rPr lang="en-US" b="0" i="0" baseline="0"/>
            <a:t>.</a:t>
          </a:r>
          <a:endParaRPr lang="en-US"/>
        </a:p>
      </dgm:t>
    </dgm:pt>
    <dgm:pt modelId="{F75D20CC-650F-4F7F-823E-53EA8521B101}" type="parTrans" cxnId="{B8D089FF-8A77-4215-AB3F-DF62565F8CF4}">
      <dgm:prSet/>
      <dgm:spPr/>
      <dgm:t>
        <a:bodyPr/>
        <a:lstStyle/>
        <a:p>
          <a:endParaRPr lang="en-US"/>
        </a:p>
      </dgm:t>
    </dgm:pt>
    <dgm:pt modelId="{E133CE2D-0DDF-48F3-AE61-0FDDD1215F8B}" type="sibTrans" cxnId="{B8D089FF-8A77-4215-AB3F-DF62565F8CF4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9D91AB75-C2FB-403A-A48A-9703A2C4737B}">
      <dgm:prSet/>
      <dgm:spPr/>
      <dgm:t>
        <a:bodyPr/>
        <a:lstStyle/>
        <a:p>
          <a:r>
            <a:rPr lang="en-US" b="1" i="0" baseline="0"/>
            <a:t>Desktop:</a:t>
          </a:r>
          <a:r>
            <a:rPr lang="en-US" b="0" i="0" baseline="0"/>
            <a:t> </a:t>
          </a:r>
          <a:r>
            <a:rPr lang="ar-SA" b="0" i="0" baseline="0"/>
            <a:t>ثابت، قوي، سهل الترقية، مناسب للشغل التقيل والمكاتب</a:t>
          </a:r>
          <a:r>
            <a:rPr lang="en-US" b="0" i="0" baseline="0"/>
            <a:t>.</a:t>
          </a:r>
          <a:endParaRPr lang="en-US"/>
        </a:p>
      </dgm:t>
    </dgm:pt>
    <dgm:pt modelId="{A2482B28-2B3D-4416-AB06-2C617D2FA9A9}" type="parTrans" cxnId="{8BE02676-1E72-4137-9AA2-AF71C8DBBB84}">
      <dgm:prSet/>
      <dgm:spPr/>
      <dgm:t>
        <a:bodyPr/>
        <a:lstStyle/>
        <a:p>
          <a:endParaRPr lang="en-US"/>
        </a:p>
      </dgm:t>
    </dgm:pt>
    <dgm:pt modelId="{2FD40378-1DF1-4144-8E76-9E6443E6CC09}" type="sibTrans" cxnId="{8BE02676-1E72-4137-9AA2-AF71C8DBBB84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A7623D2A-945B-458C-828C-BF57BE70613B}">
      <dgm:prSet/>
      <dgm:spPr/>
      <dgm:t>
        <a:bodyPr/>
        <a:lstStyle/>
        <a:p>
          <a:r>
            <a:rPr lang="en-US" b="1" i="0" baseline="0"/>
            <a:t>Server:</a:t>
          </a:r>
          <a:r>
            <a:rPr lang="en-US" b="0" i="0" baseline="0"/>
            <a:t> </a:t>
          </a:r>
          <a:r>
            <a:rPr lang="ar-SA" b="0" i="0" baseline="0"/>
            <a:t>جهاز قوي جدًا، بيخدم أجهزة تانية في الشبكة (مواقع – قواعد بيانات – تطبيقات)</a:t>
          </a:r>
          <a:r>
            <a:rPr lang="en-US" b="0" i="0" baseline="0"/>
            <a:t>.</a:t>
          </a:r>
          <a:endParaRPr lang="en-US"/>
        </a:p>
      </dgm:t>
    </dgm:pt>
    <dgm:pt modelId="{5BC32660-6D94-41C4-87EF-D19A7DFD045A}" type="parTrans" cxnId="{40311231-891B-4E51-BB51-DE28F9D0E8CF}">
      <dgm:prSet/>
      <dgm:spPr/>
      <dgm:t>
        <a:bodyPr/>
        <a:lstStyle/>
        <a:p>
          <a:endParaRPr lang="en-US"/>
        </a:p>
      </dgm:t>
    </dgm:pt>
    <dgm:pt modelId="{D1364DD9-59EB-4965-8647-2270550139F2}" type="sibTrans" cxnId="{40311231-891B-4E51-BB51-DE28F9D0E8CF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CBEA8E4F-A51C-4532-8ED1-087880634417}" type="pres">
      <dgm:prSet presAssocID="{3E8E94DE-4DB7-4030-BE61-D7BE8ED864D6}" presName="Name0" presStyleCnt="0">
        <dgm:presLayoutVars>
          <dgm:animLvl val="lvl"/>
          <dgm:resizeHandles val="exact"/>
        </dgm:presLayoutVars>
      </dgm:prSet>
      <dgm:spPr/>
    </dgm:pt>
    <dgm:pt modelId="{7A244396-8D6B-4210-98DD-5C64240BFECF}" type="pres">
      <dgm:prSet presAssocID="{5AB6FF4A-F351-4E32-9DA2-0C8CA4BE9B9A}" presName="compositeNode" presStyleCnt="0">
        <dgm:presLayoutVars>
          <dgm:bulletEnabled val="1"/>
        </dgm:presLayoutVars>
      </dgm:prSet>
      <dgm:spPr/>
    </dgm:pt>
    <dgm:pt modelId="{6A13B26D-9130-47E2-87CE-7DC270AFFF94}" type="pres">
      <dgm:prSet presAssocID="{5AB6FF4A-F351-4E32-9DA2-0C8CA4BE9B9A}" presName="bgRect" presStyleLbl="bgAccFollowNode1" presStyleIdx="0" presStyleCnt="3"/>
      <dgm:spPr/>
    </dgm:pt>
    <dgm:pt modelId="{FD8C5B47-9CB5-4668-BDE8-A72F20B6AC61}" type="pres">
      <dgm:prSet presAssocID="{E133CE2D-0DDF-48F3-AE61-0FDDD1215F8B}" presName="sibTransNodeCircle" presStyleLbl="alignNode1" presStyleIdx="0" presStyleCnt="6">
        <dgm:presLayoutVars>
          <dgm:chMax val="0"/>
          <dgm:bulletEnabled/>
        </dgm:presLayoutVars>
      </dgm:prSet>
      <dgm:spPr/>
    </dgm:pt>
    <dgm:pt modelId="{A5C33EBC-035D-475B-AF94-3774F94EE07D}" type="pres">
      <dgm:prSet presAssocID="{5AB6FF4A-F351-4E32-9DA2-0C8CA4BE9B9A}" presName="bottomLine" presStyleLbl="alignNode1" presStyleIdx="1" presStyleCnt="6">
        <dgm:presLayoutVars/>
      </dgm:prSet>
      <dgm:spPr/>
    </dgm:pt>
    <dgm:pt modelId="{5912EDE9-DCF6-476A-9172-AF6C68124C8C}" type="pres">
      <dgm:prSet presAssocID="{5AB6FF4A-F351-4E32-9DA2-0C8CA4BE9B9A}" presName="nodeText" presStyleLbl="bgAccFollowNode1" presStyleIdx="0" presStyleCnt="3">
        <dgm:presLayoutVars>
          <dgm:bulletEnabled val="1"/>
        </dgm:presLayoutVars>
      </dgm:prSet>
      <dgm:spPr/>
    </dgm:pt>
    <dgm:pt modelId="{74380A05-76E9-43A2-8B56-8B8D1740E75B}" type="pres">
      <dgm:prSet presAssocID="{E133CE2D-0DDF-48F3-AE61-0FDDD1215F8B}" presName="sibTrans" presStyleCnt="0"/>
      <dgm:spPr/>
    </dgm:pt>
    <dgm:pt modelId="{43B64319-635D-4F2D-AC45-F3ADAC1C730A}" type="pres">
      <dgm:prSet presAssocID="{9D91AB75-C2FB-403A-A48A-9703A2C4737B}" presName="compositeNode" presStyleCnt="0">
        <dgm:presLayoutVars>
          <dgm:bulletEnabled val="1"/>
        </dgm:presLayoutVars>
      </dgm:prSet>
      <dgm:spPr/>
    </dgm:pt>
    <dgm:pt modelId="{4249C665-6361-49E6-A68A-2A2FCB9A6D2E}" type="pres">
      <dgm:prSet presAssocID="{9D91AB75-C2FB-403A-A48A-9703A2C4737B}" presName="bgRect" presStyleLbl="bgAccFollowNode1" presStyleIdx="1" presStyleCnt="3"/>
      <dgm:spPr/>
    </dgm:pt>
    <dgm:pt modelId="{33FC56C1-D1B4-428F-BE58-10552A813365}" type="pres">
      <dgm:prSet presAssocID="{2FD40378-1DF1-4144-8E76-9E6443E6CC09}" presName="sibTransNodeCircle" presStyleLbl="alignNode1" presStyleIdx="2" presStyleCnt="6">
        <dgm:presLayoutVars>
          <dgm:chMax val="0"/>
          <dgm:bulletEnabled/>
        </dgm:presLayoutVars>
      </dgm:prSet>
      <dgm:spPr/>
    </dgm:pt>
    <dgm:pt modelId="{76FB0D5E-05A6-4D61-B4C1-720BFBA638A4}" type="pres">
      <dgm:prSet presAssocID="{9D91AB75-C2FB-403A-A48A-9703A2C4737B}" presName="bottomLine" presStyleLbl="alignNode1" presStyleIdx="3" presStyleCnt="6">
        <dgm:presLayoutVars/>
      </dgm:prSet>
      <dgm:spPr/>
    </dgm:pt>
    <dgm:pt modelId="{FD974516-0230-40A1-ADA9-607D22FC60DC}" type="pres">
      <dgm:prSet presAssocID="{9D91AB75-C2FB-403A-A48A-9703A2C4737B}" presName="nodeText" presStyleLbl="bgAccFollowNode1" presStyleIdx="1" presStyleCnt="3">
        <dgm:presLayoutVars>
          <dgm:bulletEnabled val="1"/>
        </dgm:presLayoutVars>
      </dgm:prSet>
      <dgm:spPr/>
    </dgm:pt>
    <dgm:pt modelId="{738798FF-02CC-4E3F-A3FF-D6EAB299567B}" type="pres">
      <dgm:prSet presAssocID="{2FD40378-1DF1-4144-8E76-9E6443E6CC09}" presName="sibTrans" presStyleCnt="0"/>
      <dgm:spPr/>
    </dgm:pt>
    <dgm:pt modelId="{8CBBEC62-14F0-43F8-97AC-E6ED4D2273B4}" type="pres">
      <dgm:prSet presAssocID="{A7623D2A-945B-458C-828C-BF57BE70613B}" presName="compositeNode" presStyleCnt="0">
        <dgm:presLayoutVars>
          <dgm:bulletEnabled val="1"/>
        </dgm:presLayoutVars>
      </dgm:prSet>
      <dgm:spPr/>
    </dgm:pt>
    <dgm:pt modelId="{3FD5A618-3BE0-48A2-858E-8768EE90C964}" type="pres">
      <dgm:prSet presAssocID="{A7623D2A-945B-458C-828C-BF57BE70613B}" presName="bgRect" presStyleLbl="bgAccFollowNode1" presStyleIdx="2" presStyleCnt="3"/>
      <dgm:spPr/>
    </dgm:pt>
    <dgm:pt modelId="{091E1BBC-153A-4FAC-95F3-7BC39A24B7C2}" type="pres">
      <dgm:prSet presAssocID="{D1364DD9-59EB-4965-8647-2270550139F2}" presName="sibTransNodeCircle" presStyleLbl="alignNode1" presStyleIdx="4" presStyleCnt="6">
        <dgm:presLayoutVars>
          <dgm:chMax val="0"/>
          <dgm:bulletEnabled/>
        </dgm:presLayoutVars>
      </dgm:prSet>
      <dgm:spPr/>
    </dgm:pt>
    <dgm:pt modelId="{1FF96A01-AB0B-4A4F-B2D5-6D58CF29B2D7}" type="pres">
      <dgm:prSet presAssocID="{A7623D2A-945B-458C-828C-BF57BE70613B}" presName="bottomLine" presStyleLbl="alignNode1" presStyleIdx="5" presStyleCnt="6">
        <dgm:presLayoutVars/>
      </dgm:prSet>
      <dgm:spPr/>
    </dgm:pt>
    <dgm:pt modelId="{E4F75DCA-79EC-4304-B5FD-DFEA5B30267E}" type="pres">
      <dgm:prSet presAssocID="{A7623D2A-945B-458C-828C-BF57BE70613B}" presName="nodeText" presStyleLbl="bgAccFollowNode1" presStyleIdx="2" presStyleCnt="3">
        <dgm:presLayoutVars>
          <dgm:bulletEnabled val="1"/>
        </dgm:presLayoutVars>
      </dgm:prSet>
      <dgm:spPr/>
    </dgm:pt>
  </dgm:ptLst>
  <dgm:cxnLst>
    <dgm:cxn modelId="{12C75506-CCD6-4C4B-B973-E01C6F8836A6}" type="presOf" srcId="{E133CE2D-0DDF-48F3-AE61-0FDDD1215F8B}" destId="{FD8C5B47-9CB5-4668-BDE8-A72F20B6AC61}" srcOrd="0" destOrd="0" presId="urn:microsoft.com/office/officeart/2016/7/layout/BasicLinearProcessNumbered"/>
    <dgm:cxn modelId="{3AB34117-A325-4537-9F48-882D6AB7CD03}" type="presOf" srcId="{5AB6FF4A-F351-4E32-9DA2-0C8CA4BE9B9A}" destId="{5912EDE9-DCF6-476A-9172-AF6C68124C8C}" srcOrd="1" destOrd="0" presId="urn:microsoft.com/office/officeart/2016/7/layout/BasicLinearProcessNumbered"/>
    <dgm:cxn modelId="{40311231-891B-4E51-BB51-DE28F9D0E8CF}" srcId="{3E8E94DE-4DB7-4030-BE61-D7BE8ED864D6}" destId="{A7623D2A-945B-458C-828C-BF57BE70613B}" srcOrd="2" destOrd="0" parTransId="{5BC32660-6D94-41C4-87EF-D19A7DFD045A}" sibTransId="{D1364DD9-59EB-4965-8647-2270550139F2}"/>
    <dgm:cxn modelId="{CA011D33-FB06-45FC-BB98-396FAF748507}" type="presOf" srcId="{5AB6FF4A-F351-4E32-9DA2-0C8CA4BE9B9A}" destId="{6A13B26D-9130-47E2-87CE-7DC270AFFF94}" srcOrd="0" destOrd="0" presId="urn:microsoft.com/office/officeart/2016/7/layout/BasicLinearProcessNumbered"/>
    <dgm:cxn modelId="{20843950-CE1C-4D68-97D9-1A17266894D0}" type="presOf" srcId="{3E8E94DE-4DB7-4030-BE61-D7BE8ED864D6}" destId="{CBEA8E4F-A51C-4532-8ED1-087880634417}" srcOrd="0" destOrd="0" presId="urn:microsoft.com/office/officeart/2016/7/layout/BasicLinearProcessNumbered"/>
    <dgm:cxn modelId="{5BFC1B74-B3DD-4554-BE69-E3B51D20C9F6}" type="presOf" srcId="{2FD40378-1DF1-4144-8E76-9E6443E6CC09}" destId="{33FC56C1-D1B4-428F-BE58-10552A813365}" srcOrd="0" destOrd="0" presId="urn:microsoft.com/office/officeart/2016/7/layout/BasicLinearProcessNumbered"/>
    <dgm:cxn modelId="{8BE02676-1E72-4137-9AA2-AF71C8DBBB84}" srcId="{3E8E94DE-4DB7-4030-BE61-D7BE8ED864D6}" destId="{9D91AB75-C2FB-403A-A48A-9703A2C4737B}" srcOrd="1" destOrd="0" parTransId="{A2482B28-2B3D-4416-AB06-2C617D2FA9A9}" sibTransId="{2FD40378-1DF1-4144-8E76-9E6443E6CC09}"/>
    <dgm:cxn modelId="{FAE48777-F167-4B72-93B2-EBDC2FEAD345}" type="presOf" srcId="{A7623D2A-945B-458C-828C-BF57BE70613B}" destId="{E4F75DCA-79EC-4304-B5FD-DFEA5B30267E}" srcOrd="1" destOrd="0" presId="urn:microsoft.com/office/officeart/2016/7/layout/BasicLinearProcessNumbered"/>
    <dgm:cxn modelId="{0BC49C59-E47E-42E3-B388-1CBED83A4031}" type="presOf" srcId="{9D91AB75-C2FB-403A-A48A-9703A2C4737B}" destId="{FD974516-0230-40A1-ADA9-607D22FC60DC}" srcOrd="1" destOrd="0" presId="urn:microsoft.com/office/officeart/2016/7/layout/BasicLinearProcessNumbered"/>
    <dgm:cxn modelId="{C133217E-9F27-44FF-B3D9-98476A93D3AC}" type="presOf" srcId="{D1364DD9-59EB-4965-8647-2270550139F2}" destId="{091E1BBC-153A-4FAC-95F3-7BC39A24B7C2}" srcOrd="0" destOrd="0" presId="urn:microsoft.com/office/officeart/2016/7/layout/BasicLinearProcessNumbered"/>
    <dgm:cxn modelId="{C0D10D89-A416-47D7-9087-32ACE9DED6B3}" type="presOf" srcId="{A7623D2A-945B-458C-828C-BF57BE70613B}" destId="{3FD5A618-3BE0-48A2-858E-8768EE90C964}" srcOrd="0" destOrd="0" presId="urn:microsoft.com/office/officeart/2016/7/layout/BasicLinearProcessNumbered"/>
    <dgm:cxn modelId="{707EDCA4-06C6-43F8-BC45-7C795B57DCCE}" type="presOf" srcId="{9D91AB75-C2FB-403A-A48A-9703A2C4737B}" destId="{4249C665-6361-49E6-A68A-2A2FCB9A6D2E}" srcOrd="0" destOrd="0" presId="urn:microsoft.com/office/officeart/2016/7/layout/BasicLinearProcessNumbered"/>
    <dgm:cxn modelId="{B8D089FF-8A77-4215-AB3F-DF62565F8CF4}" srcId="{3E8E94DE-4DB7-4030-BE61-D7BE8ED864D6}" destId="{5AB6FF4A-F351-4E32-9DA2-0C8CA4BE9B9A}" srcOrd="0" destOrd="0" parTransId="{F75D20CC-650F-4F7F-823E-53EA8521B101}" sibTransId="{E133CE2D-0DDF-48F3-AE61-0FDDD1215F8B}"/>
    <dgm:cxn modelId="{F55955F7-6AD2-44A9-9007-A0492663C393}" type="presParOf" srcId="{CBEA8E4F-A51C-4532-8ED1-087880634417}" destId="{7A244396-8D6B-4210-98DD-5C64240BFECF}" srcOrd="0" destOrd="0" presId="urn:microsoft.com/office/officeart/2016/7/layout/BasicLinearProcessNumbered"/>
    <dgm:cxn modelId="{1C54442B-CB58-472F-98E0-03250F7D85DC}" type="presParOf" srcId="{7A244396-8D6B-4210-98DD-5C64240BFECF}" destId="{6A13B26D-9130-47E2-87CE-7DC270AFFF94}" srcOrd="0" destOrd="0" presId="urn:microsoft.com/office/officeart/2016/7/layout/BasicLinearProcessNumbered"/>
    <dgm:cxn modelId="{1EB1032B-99BA-4667-B071-BFB58971E86A}" type="presParOf" srcId="{7A244396-8D6B-4210-98DD-5C64240BFECF}" destId="{FD8C5B47-9CB5-4668-BDE8-A72F20B6AC61}" srcOrd="1" destOrd="0" presId="urn:microsoft.com/office/officeart/2016/7/layout/BasicLinearProcessNumbered"/>
    <dgm:cxn modelId="{C28E6AEB-B37C-4F03-9B50-59A9838FE7FB}" type="presParOf" srcId="{7A244396-8D6B-4210-98DD-5C64240BFECF}" destId="{A5C33EBC-035D-475B-AF94-3774F94EE07D}" srcOrd="2" destOrd="0" presId="urn:microsoft.com/office/officeart/2016/7/layout/BasicLinearProcessNumbered"/>
    <dgm:cxn modelId="{B2ABBC90-E645-4DCC-87AC-5D11944E48ED}" type="presParOf" srcId="{7A244396-8D6B-4210-98DD-5C64240BFECF}" destId="{5912EDE9-DCF6-476A-9172-AF6C68124C8C}" srcOrd="3" destOrd="0" presId="urn:microsoft.com/office/officeart/2016/7/layout/BasicLinearProcessNumbered"/>
    <dgm:cxn modelId="{AEE058DC-03D0-4B24-B24E-135E3749CD1D}" type="presParOf" srcId="{CBEA8E4F-A51C-4532-8ED1-087880634417}" destId="{74380A05-76E9-43A2-8B56-8B8D1740E75B}" srcOrd="1" destOrd="0" presId="urn:microsoft.com/office/officeart/2016/7/layout/BasicLinearProcessNumbered"/>
    <dgm:cxn modelId="{C062525F-FA98-4CD6-B3F6-4F93CB9C41CD}" type="presParOf" srcId="{CBEA8E4F-A51C-4532-8ED1-087880634417}" destId="{43B64319-635D-4F2D-AC45-F3ADAC1C730A}" srcOrd="2" destOrd="0" presId="urn:microsoft.com/office/officeart/2016/7/layout/BasicLinearProcessNumbered"/>
    <dgm:cxn modelId="{319A3B52-4A57-4DBC-9934-26F0C0414084}" type="presParOf" srcId="{43B64319-635D-4F2D-AC45-F3ADAC1C730A}" destId="{4249C665-6361-49E6-A68A-2A2FCB9A6D2E}" srcOrd="0" destOrd="0" presId="urn:microsoft.com/office/officeart/2016/7/layout/BasicLinearProcessNumbered"/>
    <dgm:cxn modelId="{E72561CE-2258-4907-9F50-4E4AF9DBAEB9}" type="presParOf" srcId="{43B64319-635D-4F2D-AC45-F3ADAC1C730A}" destId="{33FC56C1-D1B4-428F-BE58-10552A813365}" srcOrd="1" destOrd="0" presId="urn:microsoft.com/office/officeart/2016/7/layout/BasicLinearProcessNumbered"/>
    <dgm:cxn modelId="{8BAB8F8A-0442-4330-B92E-30732698A120}" type="presParOf" srcId="{43B64319-635D-4F2D-AC45-F3ADAC1C730A}" destId="{76FB0D5E-05A6-4D61-B4C1-720BFBA638A4}" srcOrd="2" destOrd="0" presId="urn:microsoft.com/office/officeart/2016/7/layout/BasicLinearProcessNumbered"/>
    <dgm:cxn modelId="{FE502B23-0ECB-4CEA-AF7C-BFC30A2DD194}" type="presParOf" srcId="{43B64319-635D-4F2D-AC45-F3ADAC1C730A}" destId="{FD974516-0230-40A1-ADA9-607D22FC60DC}" srcOrd="3" destOrd="0" presId="urn:microsoft.com/office/officeart/2016/7/layout/BasicLinearProcessNumbered"/>
    <dgm:cxn modelId="{5DC0F3EF-3E6C-4929-AA1B-9042D0922A16}" type="presParOf" srcId="{CBEA8E4F-A51C-4532-8ED1-087880634417}" destId="{738798FF-02CC-4E3F-A3FF-D6EAB299567B}" srcOrd="3" destOrd="0" presId="urn:microsoft.com/office/officeart/2016/7/layout/BasicLinearProcessNumbered"/>
    <dgm:cxn modelId="{1E313F1C-F442-4BB0-ACC9-FBF18A9DB462}" type="presParOf" srcId="{CBEA8E4F-A51C-4532-8ED1-087880634417}" destId="{8CBBEC62-14F0-43F8-97AC-E6ED4D2273B4}" srcOrd="4" destOrd="0" presId="urn:microsoft.com/office/officeart/2016/7/layout/BasicLinearProcessNumbered"/>
    <dgm:cxn modelId="{B457D5B9-FFDE-48DA-88CF-FA88E46EA004}" type="presParOf" srcId="{8CBBEC62-14F0-43F8-97AC-E6ED4D2273B4}" destId="{3FD5A618-3BE0-48A2-858E-8768EE90C964}" srcOrd="0" destOrd="0" presId="urn:microsoft.com/office/officeart/2016/7/layout/BasicLinearProcessNumbered"/>
    <dgm:cxn modelId="{C0F1F702-79C6-47B9-8153-1AA13360A721}" type="presParOf" srcId="{8CBBEC62-14F0-43F8-97AC-E6ED4D2273B4}" destId="{091E1BBC-153A-4FAC-95F3-7BC39A24B7C2}" srcOrd="1" destOrd="0" presId="urn:microsoft.com/office/officeart/2016/7/layout/BasicLinearProcessNumbered"/>
    <dgm:cxn modelId="{F77226D4-5D96-4BBB-A220-74C2A2DAB3A8}" type="presParOf" srcId="{8CBBEC62-14F0-43F8-97AC-E6ED4D2273B4}" destId="{1FF96A01-AB0B-4A4F-B2D5-6D58CF29B2D7}" srcOrd="2" destOrd="0" presId="urn:microsoft.com/office/officeart/2016/7/layout/BasicLinearProcessNumbered"/>
    <dgm:cxn modelId="{9354F96C-98A6-4ECB-8811-B95E29B94FD0}" type="presParOf" srcId="{8CBBEC62-14F0-43F8-97AC-E6ED4D2273B4}" destId="{E4F75DCA-79EC-4304-B5FD-DFEA5B30267E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855998A-65EA-434E-8DFC-39A4A738377D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E075BF5E-85FD-4BE7-85B7-C365676EE01A}">
      <dgm:prSet/>
      <dgm:spPr/>
      <dgm:t>
        <a:bodyPr/>
        <a:lstStyle/>
        <a:p>
          <a:r>
            <a:rPr lang="en-GB" b="1"/>
            <a:t>Hardware:</a:t>
          </a:r>
          <a:r>
            <a:rPr lang="en-GB"/>
            <a:t> </a:t>
          </a:r>
          <a:r>
            <a:rPr lang="ar-EG"/>
            <a:t>المكونات المادية (</a:t>
          </a:r>
          <a:r>
            <a:rPr lang="en-GB"/>
            <a:t>CPU – RAM – Storage – Monitor).</a:t>
          </a:r>
          <a:endParaRPr lang="en-US"/>
        </a:p>
      </dgm:t>
    </dgm:pt>
    <dgm:pt modelId="{727CF38A-FA82-4D7D-BAF7-C18BD5FE1ED9}" type="parTrans" cxnId="{746952B5-DDC2-4215-867D-9D619987672A}">
      <dgm:prSet/>
      <dgm:spPr/>
      <dgm:t>
        <a:bodyPr/>
        <a:lstStyle/>
        <a:p>
          <a:endParaRPr lang="en-US"/>
        </a:p>
      </dgm:t>
    </dgm:pt>
    <dgm:pt modelId="{8A57AFA1-19C5-4FED-B8B7-9A74B8A872F2}" type="sibTrans" cxnId="{746952B5-DDC2-4215-867D-9D619987672A}">
      <dgm:prSet/>
      <dgm:spPr/>
      <dgm:t>
        <a:bodyPr/>
        <a:lstStyle/>
        <a:p>
          <a:endParaRPr lang="en-US"/>
        </a:p>
      </dgm:t>
    </dgm:pt>
    <dgm:pt modelId="{07A91855-455C-42B6-9942-05166B1ABDD1}">
      <dgm:prSet/>
      <dgm:spPr/>
      <dgm:t>
        <a:bodyPr/>
        <a:lstStyle/>
        <a:p>
          <a:r>
            <a:rPr lang="en-GB" b="1" dirty="0"/>
            <a:t>Software:</a:t>
          </a:r>
          <a:r>
            <a:rPr lang="en-GB" dirty="0"/>
            <a:t> </a:t>
          </a:r>
          <a:r>
            <a:rPr lang="ar-EG" dirty="0"/>
            <a:t>البرامج اللي بتخليك تستخدم الجهاز (</a:t>
          </a:r>
          <a:r>
            <a:rPr lang="en-GB" dirty="0"/>
            <a:t>Windows – Office – Apps).</a:t>
          </a:r>
          <a:endParaRPr lang="en-US" dirty="0"/>
        </a:p>
      </dgm:t>
    </dgm:pt>
    <dgm:pt modelId="{93E679D6-F033-4346-887B-1412F0BBE98A}" type="parTrans" cxnId="{A7E18B6A-DA09-4537-9128-DAEA358F8CD5}">
      <dgm:prSet/>
      <dgm:spPr/>
      <dgm:t>
        <a:bodyPr/>
        <a:lstStyle/>
        <a:p>
          <a:endParaRPr lang="en-US"/>
        </a:p>
      </dgm:t>
    </dgm:pt>
    <dgm:pt modelId="{61ECA222-EC4D-4DBD-896B-C630DCEBDD79}" type="sibTrans" cxnId="{A7E18B6A-DA09-4537-9128-DAEA358F8CD5}">
      <dgm:prSet/>
      <dgm:spPr/>
      <dgm:t>
        <a:bodyPr/>
        <a:lstStyle/>
        <a:p>
          <a:endParaRPr lang="en-US"/>
        </a:p>
      </dgm:t>
    </dgm:pt>
    <dgm:pt modelId="{4C9345AD-D393-4D96-B7C8-1919743141D3}">
      <dgm:prSet/>
      <dgm:spPr/>
      <dgm:t>
        <a:bodyPr/>
        <a:lstStyle/>
        <a:p>
          <a:r>
            <a:rPr lang="en-GB" b="1"/>
            <a:t>Operating System (OS):</a:t>
          </a:r>
          <a:r>
            <a:rPr lang="en-GB"/>
            <a:t> </a:t>
          </a:r>
          <a:r>
            <a:rPr lang="ar-EG"/>
            <a:t>النظام اللي بيتحكم في الجهاز (</a:t>
          </a:r>
          <a:r>
            <a:rPr lang="en-GB"/>
            <a:t>Windows – macOS – Linux).</a:t>
          </a:r>
          <a:endParaRPr lang="en-US"/>
        </a:p>
      </dgm:t>
    </dgm:pt>
    <dgm:pt modelId="{D210B8EF-A0EF-45D5-B601-F8145053E034}" type="parTrans" cxnId="{2138D95D-CDDA-4930-9F69-3250177246B9}">
      <dgm:prSet/>
      <dgm:spPr/>
      <dgm:t>
        <a:bodyPr/>
        <a:lstStyle/>
        <a:p>
          <a:endParaRPr lang="en-US"/>
        </a:p>
      </dgm:t>
    </dgm:pt>
    <dgm:pt modelId="{02A30BB6-BF4F-46E1-9B60-8E6CD55F620A}" type="sibTrans" cxnId="{2138D95D-CDDA-4930-9F69-3250177246B9}">
      <dgm:prSet/>
      <dgm:spPr/>
      <dgm:t>
        <a:bodyPr/>
        <a:lstStyle/>
        <a:p>
          <a:endParaRPr lang="en-US"/>
        </a:p>
      </dgm:t>
    </dgm:pt>
    <dgm:pt modelId="{BB482911-D8E9-4E25-8627-66D8BE10644C}">
      <dgm:prSet/>
      <dgm:spPr/>
      <dgm:t>
        <a:bodyPr/>
        <a:lstStyle/>
        <a:p>
          <a:r>
            <a:rPr lang="en-GB" b="1"/>
            <a:t>File &amp; Folder:</a:t>
          </a:r>
          <a:r>
            <a:rPr lang="en-GB"/>
            <a:t> </a:t>
          </a:r>
          <a:r>
            <a:rPr lang="ar-EG"/>
            <a:t>الملف = مستند أو صورة، الفولدر = مجلد بيجمع ملفات.</a:t>
          </a:r>
          <a:endParaRPr lang="en-US"/>
        </a:p>
      </dgm:t>
    </dgm:pt>
    <dgm:pt modelId="{D02D5AEC-A4B0-4360-AD6F-60C140C1F275}" type="parTrans" cxnId="{1A2729D3-5420-4037-83BF-727A7946FCD2}">
      <dgm:prSet/>
      <dgm:spPr/>
      <dgm:t>
        <a:bodyPr/>
        <a:lstStyle/>
        <a:p>
          <a:endParaRPr lang="en-US"/>
        </a:p>
      </dgm:t>
    </dgm:pt>
    <dgm:pt modelId="{F411B528-8A6E-4A6B-B17C-7066D6B4902D}" type="sibTrans" cxnId="{1A2729D3-5420-4037-83BF-727A7946FCD2}">
      <dgm:prSet/>
      <dgm:spPr/>
      <dgm:t>
        <a:bodyPr/>
        <a:lstStyle/>
        <a:p>
          <a:endParaRPr lang="en-US"/>
        </a:p>
      </dgm:t>
    </dgm:pt>
    <dgm:pt modelId="{520FFAFE-05A7-4A42-84A4-DFDFA45D0524}" type="pres">
      <dgm:prSet presAssocID="{B855998A-65EA-434E-8DFC-39A4A738377D}" presName="outerComposite" presStyleCnt="0">
        <dgm:presLayoutVars>
          <dgm:chMax val="5"/>
          <dgm:dir/>
          <dgm:resizeHandles val="exact"/>
        </dgm:presLayoutVars>
      </dgm:prSet>
      <dgm:spPr/>
    </dgm:pt>
    <dgm:pt modelId="{033FF145-72D2-4E70-9673-BC15DD13DA5C}" type="pres">
      <dgm:prSet presAssocID="{B855998A-65EA-434E-8DFC-39A4A738377D}" presName="dummyMaxCanvas" presStyleCnt="0">
        <dgm:presLayoutVars/>
      </dgm:prSet>
      <dgm:spPr/>
    </dgm:pt>
    <dgm:pt modelId="{C5512D52-E877-4492-B0E0-597BE9F2C23A}" type="pres">
      <dgm:prSet presAssocID="{B855998A-65EA-434E-8DFC-39A4A738377D}" presName="FourNodes_1" presStyleLbl="node1" presStyleIdx="0" presStyleCnt="4">
        <dgm:presLayoutVars>
          <dgm:bulletEnabled val="1"/>
        </dgm:presLayoutVars>
      </dgm:prSet>
      <dgm:spPr/>
    </dgm:pt>
    <dgm:pt modelId="{2954EB55-AB73-4612-B86F-86276084CFCF}" type="pres">
      <dgm:prSet presAssocID="{B855998A-65EA-434E-8DFC-39A4A738377D}" presName="FourNodes_2" presStyleLbl="node1" presStyleIdx="1" presStyleCnt="4">
        <dgm:presLayoutVars>
          <dgm:bulletEnabled val="1"/>
        </dgm:presLayoutVars>
      </dgm:prSet>
      <dgm:spPr/>
    </dgm:pt>
    <dgm:pt modelId="{D5E0EB79-E9F7-4D29-9F4E-B652760DB91C}" type="pres">
      <dgm:prSet presAssocID="{B855998A-65EA-434E-8DFC-39A4A738377D}" presName="FourNodes_3" presStyleLbl="node1" presStyleIdx="2" presStyleCnt="4">
        <dgm:presLayoutVars>
          <dgm:bulletEnabled val="1"/>
        </dgm:presLayoutVars>
      </dgm:prSet>
      <dgm:spPr/>
    </dgm:pt>
    <dgm:pt modelId="{4FB89A33-E26A-4DFA-83DD-37BEB0BE6E5B}" type="pres">
      <dgm:prSet presAssocID="{B855998A-65EA-434E-8DFC-39A4A738377D}" presName="FourNodes_4" presStyleLbl="node1" presStyleIdx="3" presStyleCnt="4">
        <dgm:presLayoutVars>
          <dgm:bulletEnabled val="1"/>
        </dgm:presLayoutVars>
      </dgm:prSet>
      <dgm:spPr/>
    </dgm:pt>
    <dgm:pt modelId="{7021F16B-C0B5-4DCA-9C17-C96DF9BD9AD7}" type="pres">
      <dgm:prSet presAssocID="{B855998A-65EA-434E-8DFC-39A4A738377D}" presName="FourConn_1-2" presStyleLbl="fgAccFollowNode1" presStyleIdx="0" presStyleCnt="3">
        <dgm:presLayoutVars>
          <dgm:bulletEnabled val="1"/>
        </dgm:presLayoutVars>
      </dgm:prSet>
      <dgm:spPr/>
    </dgm:pt>
    <dgm:pt modelId="{AA79F872-4DD9-4FC0-B8C3-161782144150}" type="pres">
      <dgm:prSet presAssocID="{B855998A-65EA-434E-8DFC-39A4A738377D}" presName="FourConn_2-3" presStyleLbl="fgAccFollowNode1" presStyleIdx="1" presStyleCnt="3">
        <dgm:presLayoutVars>
          <dgm:bulletEnabled val="1"/>
        </dgm:presLayoutVars>
      </dgm:prSet>
      <dgm:spPr/>
    </dgm:pt>
    <dgm:pt modelId="{F9880DEA-373C-4553-8494-044CDFCB895A}" type="pres">
      <dgm:prSet presAssocID="{B855998A-65EA-434E-8DFC-39A4A738377D}" presName="FourConn_3-4" presStyleLbl="fgAccFollowNode1" presStyleIdx="2" presStyleCnt="3">
        <dgm:presLayoutVars>
          <dgm:bulletEnabled val="1"/>
        </dgm:presLayoutVars>
      </dgm:prSet>
      <dgm:spPr/>
    </dgm:pt>
    <dgm:pt modelId="{CE93DC69-E9DE-41F8-BE22-041C90B14AD4}" type="pres">
      <dgm:prSet presAssocID="{B855998A-65EA-434E-8DFC-39A4A738377D}" presName="FourNodes_1_text" presStyleLbl="node1" presStyleIdx="3" presStyleCnt="4">
        <dgm:presLayoutVars>
          <dgm:bulletEnabled val="1"/>
        </dgm:presLayoutVars>
      </dgm:prSet>
      <dgm:spPr/>
    </dgm:pt>
    <dgm:pt modelId="{D45B7393-38AF-42BD-BD73-B6495A1A2F82}" type="pres">
      <dgm:prSet presAssocID="{B855998A-65EA-434E-8DFC-39A4A738377D}" presName="FourNodes_2_text" presStyleLbl="node1" presStyleIdx="3" presStyleCnt="4">
        <dgm:presLayoutVars>
          <dgm:bulletEnabled val="1"/>
        </dgm:presLayoutVars>
      </dgm:prSet>
      <dgm:spPr/>
    </dgm:pt>
    <dgm:pt modelId="{C9FABB3D-C449-4CFD-9BF6-73307CD901DE}" type="pres">
      <dgm:prSet presAssocID="{B855998A-65EA-434E-8DFC-39A4A738377D}" presName="FourNodes_3_text" presStyleLbl="node1" presStyleIdx="3" presStyleCnt="4">
        <dgm:presLayoutVars>
          <dgm:bulletEnabled val="1"/>
        </dgm:presLayoutVars>
      </dgm:prSet>
      <dgm:spPr/>
    </dgm:pt>
    <dgm:pt modelId="{D220100D-7671-45F0-AD6B-55C36384DC7F}" type="pres">
      <dgm:prSet presAssocID="{B855998A-65EA-434E-8DFC-39A4A738377D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340FF708-2DFE-45BB-8384-268FBFCA09E0}" type="presOf" srcId="{07A91855-455C-42B6-9942-05166B1ABDD1}" destId="{2954EB55-AB73-4612-B86F-86276084CFCF}" srcOrd="0" destOrd="0" presId="urn:microsoft.com/office/officeart/2005/8/layout/vProcess5"/>
    <dgm:cxn modelId="{EA835F09-1CCC-492F-93B7-EC788E3EF374}" type="presOf" srcId="{07A91855-455C-42B6-9942-05166B1ABDD1}" destId="{D45B7393-38AF-42BD-BD73-B6495A1A2F82}" srcOrd="1" destOrd="0" presId="urn:microsoft.com/office/officeart/2005/8/layout/vProcess5"/>
    <dgm:cxn modelId="{CA21990E-14D2-4D00-8155-E850EEE4DF5D}" type="presOf" srcId="{BB482911-D8E9-4E25-8627-66D8BE10644C}" destId="{4FB89A33-E26A-4DFA-83DD-37BEB0BE6E5B}" srcOrd="0" destOrd="0" presId="urn:microsoft.com/office/officeart/2005/8/layout/vProcess5"/>
    <dgm:cxn modelId="{167D062B-B7B2-4149-B10B-7815D37E7E8F}" type="presOf" srcId="{4C9345AD-D393-4D96-B7C8-1919743141D3}" destId="{C9FABB3D-C449-4CFD-9BF6-73307CD901DE}" srcOrd="1" destOrd="0" presId="urn:microsoft.com/office/officeart/2005/8/layout/vProcess5"/>
    <dgm:cxn modelId="{6092F73C-BDBB-461F-A278-CF84675A3BBA}" type="presOf" srcId="{02A30BB6-BF4F-46E1-9B60-8E6CD55F620A}" destId="{F9880DEA-373C-4553-8494-044CDFCB895A}" srcOrd="0" destOrd="0" presId="urn:microsoft.com/office/officeart/2005/8/layout/vProcess5"/>
    <dgm:cxn modelId="{2138D95D-CDDA-4930-9F69-3250177246B9}" srcId="{B855998A-65EA-434E-8DFC-39A4A738377D}" destId="{4C9345AD-D393-4D96-B7C8-1919743141D3}" srcOrd="2" destOrd="0" parTransId="{D210B8EF-A0EF-45D5-B601-F8145053E034}" sibTransId="{02A30BB6-BF4F-46E1-9B60-8E6CD55F620A}"/>
    <dgm:cxn modelId="{A7E18B6A-DA09-4537-9128-DAEA358F8CD5}" srcId="{B855998A-65EA-434E-8DFC-39A4A738377D}" destId="{07A91855-455C-42B6-9942-05166B1ABDD1}" srcOrd="1" destOrd="0" parTransId="{93E679D6-F033-4346-887B-1412F0BBE98A}" sibTransId="{61ECA222-EC4D-4DBD-896B-C630DCEBDD79}"/>
    <dgm:cxn modelId="{07F2E96D-362D-48CE-9E33-3CD99A70E152}" type="presOf" srcId="{4C9345AD-D393-4D96-B7C8-1919743141D3}" destId="{D5E0EB79-E9F7-4D29-9F4E-B652760DB91C}" srcOrd="0" destOrd="0" presId="urn:microsoft.com/office/officeart/2005/8/layout/vProcess5"/>
    <dgm:cxn modelId="{19A86D7D-4DB5-4AB1-99A7-1FAD63D6A0F5}" type="presOf" srcId="{E075BF5E-85FD-4BE7-85B7-C365676EE01A}" destId="{CE93DC69-E9DE-41F8-BE22-041C90B14AD4}" srcOrd="1" destOrd="0" presId="urn:microsoft.com/office/officeart/2005/8/layout/vProcess5"/>
    <dgm:cxn modelId="{E38FC092-1EB5-4875-91E0-0339AA63A55D}" type="presOf" srcId="{8A57AFA1-19C5-4FED-B8B7-9A74B8A872F2}" destId="{7021F16B-C0B5-4DCA-9C17-C96DF9BD9AD7}" srcOrd="0" destOrd="0" presId="urn:microsoft.com/office/officeart/2005/8/layout/vProcess5"/>
    <dgm:cxn modelId="{347F4993-214C-4074-849F-CC9982D7E6E2}" type="presOf" srcId="{BB482911-D8E9-4E25-8627-66D8BE10644C}" destId="{D220100D-7671-45F0-AD6B-55C36384DC7F}" srcOrd="1" destOrd="0" presId="urn:microsoft.com/office/officeart/2005/8/layout/vProcess5"/>
    <dgm:cxn modelId="{AA0DF49B-B448-4DEB-8475-5EBA5CFA0831}" type="presOf" srcId="{61ECA222-EC4D-4DBD-896B-C630DCEBDD79}" destId="{AA79F872-4DD9-4FC0-B8C3-161782144150}" srcOrd="0" destOrd="0" presId="urn:microsoft.com/office/officeart/2005/8/layout/vProcess5"/>
    <dgm:cxn modelId="{746952B5-DDC2-4215-867D-9D619987672A}" srcId="{B855998A-65EA-434E-8DFC-39A4A738377D}" destId="{E075BF5E-85FD-4BE7-85B7-C365676EE01A}" srcOrd="0" destOrd="0" parTransId="{727CF38A-FA82-4D7D-BAF7-C18BD5FE1ED9}" sibTransId="{8A57AFA1-19C5-4FED-B8B7-9A74B8A872F2}"/>
    <dgm:cxn modelId="{1A2729D3-5420-4037-83BF-727A7946FCD2}" srcId="{B855998A-65EA-434E-8DFC-39A4A738377D}" destId="{BB482911-D8E9-4E25-8627-66D8BE10644C}" srcOrd="3" destOrd="0" parTransId="{D02D5AEC-A4B0-4360-AD6F-60C140C1F275}" sibTransId="{F411B528-8A6E-4A6B-B17C-7066D6B4902D}"/>
    <dgm:cxn modelId="{418B84E9-925B-4CC2-8A6B-CE751545B453}" type="presOf" srcId="{B855998A-65EA-434E-8DFC-39A4A738377D}" destId="{520FFAFE-05A7-4A42-84A4-DFDFA45D0524}" srcOrd="0" destOrd="0" presId="urn:microsoft.com/office/officeart/2005/8/layout/vProcess5"/>
    <dgm:cxn modelId="{57A210F2-26B8-489A-932A-CE6CC6CC4A2C}" type="presOf" srcId="{E075BF5E-85FD-4BE7-85B7-C365676EE01A}" destId="{C5512D52-E877-4492-B0E0-597BE9F2C23A}" srcOrd="0" destOrd="0" presId="urn:microsoft.com/office/officeart/2005/8/layout/vProcess5"/>
    <dgm:cxn modelId="{74179A56-4687-4A29-BAAE-002B8B22EF86}" type="presParOf" srcId="{520FFAFE-05A7-4A42-84A4-DFDFA45D0524}" destId="{033FF145-72D2-4E70-9673-BC15DD13DA5C}" srcOrd="0" destOrd="0" presId="urn:microsoft.com/office/officeart/2005/8/layout/vProcess5"/>
    <dgm:cxn modelId="{057D6AE9-411B-4F65-A97E-30E9E3607D39}" type="presParOf" srcId="{520FFAFE-05A7-4A42-84A4-DFDFA45D0524}" destId="{C5512D52-E877-4492-B0E0-597BE9F2C23A}" srcOrd="1" destOrd="0" presId="urn:microsoft.com/office/officeart/2005/8/layout/vProcess5"/>
    <dgm:cxn modelId="{E78F0EC8-4BF0-47FC-A27C-7F0ABA365A0D}" type="presParOf" srcId="{520FFAFE-05A7-4A42-84A4-DFDFA45D0524}" destId="{2954EB55-AB73-4612-B86F-86276084CFCF}" srcOrd="2" destOrd="0" presId="urn:microsoft.com/office/officeart/2005/8/layout/vProcess5"/>
    <dgm:cxn modelId="{9EF37EDA-0627-4451-A269-E354A83D071B}" type="presParOf" srcId="{520FFAFE-05A7-4A42-84A4-DFDFA45D0524}" destId="{D5E0EB79-E9F7-4D29-9F4E-B652760DB91C}" srcOrd="3" destOrd="0" presId="urn:microsoft.com/office/officeart/2005/8/layout/vProcess5"/>
    <dgm:cxn modelId="{124A21E4-4D41-485B-A6B1-99DB9320F85D}" type="presParOf" srcId="{520FFAFE-05A7-4A42-84A4-DFDFA45D0524}" destId="{4FB89A33-E26A-4DFA-83DD-37BEB0BE6E5B}" srcOrd="4" destOrd="0" presId="urn:microsoft.com/office/officeart/2005/8/layout/vProcess5"/>
    <dgm:cxn modelId="{098477AF-06F5-420C-BBD1-6CE16998C10B}" type="presParOf" srcId="{520FFAFE-05A7-4A42-84A4-DFDFA45D0524}" destId="{7021F16B-C0B5-4DCA-9C17-C96DF9BD9AD7}" srcOrd="5" destOrd="0" presId="urn:microsoft.com/office/officeart/2005/8/layout/vProcess5"/>
    <dgm:cxn modelId="{E5802E87-53C6-4207-A6F4-7236E88EF1C7}" type="presParOf" srcId="{520FFAFE-05A7-4A42-84A4-DFDFA45D0524}" destId="{AA79F872-4DD9-4FC0-B8C3-161782144150}" srcOrd="6" destOrd="0" presId="urn:microsoft.com/office/officeart/2005/8/layout/vProcess5"/>
    <dgm:cxn modelId="{73184E47-4504-4600-A9D8-643CC94E821E}" type="presParOf" srcId="{520FFAFE-05A7-4A42-84A4-DFDFA45D0524}" destId="{F9880DEA-373C-4553-8494-044CDFCB895A}" srcOrd="7" destOrd="0" presId="urn:microsoft.com/office/officeart/2005/8/layout/vProcess5"/>
    <dgm:cxn modelId="{7B811EC4-3081-432E-92BD-0880137813F1}" type="presParOf" srcId="{520FFAFE-05A7-4A42-84A4-DFDFA45D0524}" destId="{CE93DC69-E9DE-41F8-BE22-041C90B14AD4}" srcOrd="8" destOrd="0" presId="urn:microsoft.com/office/officeart/2005/8/layout/vProcess5"/>
    <dgm:cxn modelId="{C05487F7-CE9A-4825-9AA2-03C43F7B0F00}" type="presParOf" srcId="{520FFAFE-05A7-4A42-84A4-DFDFA45D0524}" destId="{D45B7393-38AF-42BD-BD73-B6495A1A2F82}" srcOrd="9" destOrd="0" presId="urn:microsoft.com/office/officeart/2005/8/layout/vProcess5"/>
    <dgm:cxn modelId="{2ABA1917-8190-49CC-A1ED-28035B318CBB}" type="presParOf" srcId="{520FFAFE-05A7-4A42-84A4-DFDFA45D0524}" destId="{C9FABB3D-C449-4CFD-9BF6-73307CD901DE}" srcOrd="10" destOrd="0" presId="urn:microsoft.com/office/officeart/2005/8/layout/vProcess5"/>
    <dgm:cxn modelId="{A714B9CB-F086-4E30-9216-D806D4A65A46}" type="presParOf" srcId="{520FFAFE-05A7-4A42-84A4-DFDFA45D0524}" destId="{D220100D-7671-45F0-AD6B-55C36384DC7F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13B26D-9130-47E2-87CE-7DC270AFFF94}">
      <dsp:nvSpPr>
        <dsp:cNvPr id="0" name=""/>
        <dsp:cNvSpPr/>
      </dsp:nvSpPr>
      <dsp:spPr>
        <a:xfrm>
          <a:off x="0" y="0"/>
          <a:ext cx="3286125" cy="3948876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6199" tIns="330200" rIns="256199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i="0" kern="1200" baseline="0"/>
            <a:t>Laptop:</a:t>
          </a:r>
          <a:r>
            <a:rPr lang="en-US" sz="2600" b="0" i="0" kern="1200" baseline="0"/>
            <a:t> </a:t>
          </a:r>
          <a:r>
            <a:rPr lang="ar-SA" sz="2600" b="0" i="0" kern="1200" baseline="0"/>
            <a:t>خفيف، متنقل، فيه بطارية، مناسب للطلاب والشغل المتنقل</a:t>
          </a:r>
          <a:r>
            <a:rPr lang="en-US" sz="2600" b="0" i="0" kern="1200" baseline="0"/>
            <a:t>.</a:t>
          </a:r>
          <a:endParaRPr lang="en-US" sz="2600" kern="1200"/>
        </a:p>
      </dsp:txBody>
      <dsp:txXfrm>
        <a:off x="0" y="1500572"/>
        <a:ext cx="3286125" cy="2369325"/>
      </dsp:txXfrm>
    </dsp:sp>
    <dsp:sp modelId="{FD8C5B47-9CB5-4668-BDE8-A72F20B6AC61}">
      <dsp:nvSpPr>
        <dsp:cNvPr id="0" name=""/>
        <dsp:cNvSpPr/>
      </dsp:nvSpPr>
      <dsp:spPr>
        <a:xfrm>
          <a:off x="1050731" y="394887"/>
          <a:ext cx="1184662" cy="118466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361" tIns="12700" rIns="92361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1224221" y="568377"/>
        <a:ext cx="837682" cy="837682"/>
      </dsp:txXfrm>
    </dsp:sp>
    <dsp:sp modelId="{A5C33EBC-035D-475B-AF94-3774F94EE07D}">
      <dsp:nvSpPr>
        <dsp:cNvPr id="0" name=""/>
        <dsp:cNvSpPr/>
      </dsp:nvSpPr>
      <dsp:spPr>
        <a:xfrm>
          <a:off x="0" y="3948804"/>
          <a:ext cx="3286125" cy="7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49C665-6361-49E6-A68A-2A2FCB9A6D2E}">
      <dsp:nvSpPr>
        <dsp:cNvPr id="0" name=""/>
        <dsp:cNvSpPr/>
      </dsp:nvSpPr>
      <dsp:spPr>
        <a:xfrm>
          <a:off x="3614737" y="0"/>
          <a:ext cx="3286125" cy="3948876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6199" tIns="330200" rIns="256199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i="0" kern="1200" baseline="0"/>
            <a:t>Desktop:</a:t>
          </a:r>
          <a:r>
            <a:rPr lang="en-US" sz="2600" b="0" i="0" kern="1200" baseline="0"/>
            <a:t> </a:t>
          </a:r>
          <a:r>
            <a:rPr lang="ar-SA" sz="2600" b="0" i="0" kern="1200" baseline="0"/>
            <a:t>ثابت، قوي، سهل الترقية، مناسب للشغل التقيل والمكاتب</a:t>
          </a:r>
          <a:r>
            <a:rPr lang="en-US" sz="2600" b="0" i="0" kern="1200" baseline="0"/>
            <a:t>.</a:t>
          </a:r>
          <a:endParaRPr lang="en-US" sz="2600" kern="1200"/>
        </a:p>
      </dsp:txBody>
      <dsp:txXfrm>
        <a:off x="3614737" y="1500572"/>
        <a:ext cx="3286125" cy="2369325"/>
      </dsp:txXfrm>
    </dsp:sp>
    <dsp:sp modelId="{33FC56C1-D1B4-428F-BE58-10552A813365}">
      <dsp:nvSpPr>
        <dsp:cNvPr id="0" name=""/>
        <dsp:cNvSpPr/>
      </dsp:nvSpPr>
      <dsp:spPr>
        <a:xfrm>
          <a:off x="4665468" y="394887"/>
          <a:ext cx="1184662" cy="118466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361" tIns="12700" rIns="92361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4838958" y="568377"/>
        <a:ext cx="837682" cy="837682"/>
      </dsp:txXfrm>
    </dsp:sp>
    <dsp:sp modelId="{76FB0D5E-05A6-4D61-B4C1-720BFBA638A4}">
      <dsp:nvSpPr>
        <dsp:cNvPr id="0" name=""/>
        <dsp:cNvSpPr/>
      </dsp:nvSpPr>
      <dsp:spPr>
        <a:xfrm>
          <a:off x="3614737" y="3948804"/>
          <a:ext cx="3286125" cy="7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D5A618-3BE0-48A2-858E-8768EE90C964}">
      <dsp:nvSpPr>
        <dsp:cNvPr id="0" name=""/>
        <dsp:cNvSpPr/>
      </dsp:nvSpPr>
      <dsp:spPr>
        <a:xfrm>
          <a:off x="7229475" y="0"/>
          <a:ext cx="3286125" cy="3948876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6199" tIns="330200" rIns="256199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i="0" kern="1200" baseline="0"/>
            <a:t>Server:</a:t>
          </a:r>
          <a:r>
            <a:rPr lang="en-US" sz="2600" b="0" i="0" kern="1200" baseline="0"/>
            <a:t> </a:t>
          </a:r>
          <a:r>
            <a:rPr lang="ar-SA" sz="2600" b="0" i="0" kern="1200" baseline="0"/>
            <a:t>جهاز قوي جدًا، بيخدم أجهزة تانية في الشبكة (مواقع – قواعد بيانات – تطبيقات)</a:t>
          </a:r>
          <a:r>
            <a:rPr lang="en-US" sz="2600" b="0" i="0" kern="1200" baseline="0"/>
            <a:t>.</a:t>
          </a:r>
          <a:endParaRPr lang="en-US" sz="2600" kern="1200"/>
        </a:p>
      </dsp:txBody>
      <dsp:txXfrm>
        <a:off x="7229475" y="1500572"/>
        <a:ext cx="3286125" cy="2369325"/>
      </dsp:txXfrm>
    </dsp:sp>
    <dsp:sp modelId="{091E1BBC-153A-4FAC-95F3-7BC39A24B7C2}">
      <dsp:nvSpPr>
        <dsp:cNvPr id="0" name=""/>
        <dsp:cNvSpPr/>
      </dsp:nvSpPr>
      <dsp:spPr>
        <a:xfrm>
          <a:off x="8280206" y="394887"/>
          <a:ext cx="1184662" cy="1184662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361" tIns="12700" rIns="92361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3</a:t>
          </a:r>
        </a:p>
      </dsp:txBody>
      <dsp:txXfrm>
        <a:off x="8453696" y="568377"/>
        <a:ext cx="837682" cy="837682"/>
      </dsp:txXfrm>
    </dsp:sp>
    <dsp:sp modelId="{1FF96A01-AB0B-4A4F-B2D5-6D58CF29B2D7}">
      <dsp:nvSpPr>
        <dsp:cNvPr id="0" name=""/>
        <dsp:cNvSpPr/>
      </dsp:nvSpPr>
      <dsp:spPr>
        <a:xfrm>
          <a:off x="7229475" y="3948804"/>
          <a:ext cx="3286125" cy="7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512D52-E877-4492-B0E0-597BE9F2C23A}">
      <dsp:nvSpPr>
        <dsp:cNvPr id="0" name=""/>
        <dsp:cNvSpPr/>
      </dsp:nvSpPr>
      <dsp:spPr>
        <a:xfrm>
          <a:off x="0" y="0"/>
          <a:ext cx="8412480" cy="95729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b="1" kern="1200"/>
            <a:t>Hardware:</a:t>
          </a:r>
          <a:r>
            <a:rPr lang="en-GB" sz="2500" kern="1200"/>
            <a:t> </a:t>
          </a:r>
          <a:r>
            <a:rPr lang="ar-EG" sz="2500" kern="1200"/>
            <a:t>المكونات المادية (</a:t>
          </a:r>
          <a:r>
            <a:rPr lang="en-GB" sz="2500" kern="1200"/>
            <a:t>CPU – RAM – Storage – Monitor).</a:t>
          </a:r>
          <a:endParaRPr lang="en-US" sz="2500" kern="1200"/>
        </a:p>
      </dsp:txBody>
      <dsp:txXfrm>
        <a:off x="28038" y="28038"/>
        <a:ext cx="7298593" cy="901218"/>
      </dsp:txXfrm>
    </dsp:sp>
    <dsp:sp modelId="{2954EB55-AB73-4612-B86F-86276084CFCF}">
      <dsp:nvSpPr>
        <dsp:cNvPr id="0" name=""/>
        <dsp:cNvSpPr/>
      </dsp:nvSpPr>
      <dsp:spPr>
        <a:xfrm>
          <a:off x="704545" y="1131347"/>
          <a:ext cx="8412480" cy="957294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b="1" kern="1200" dirty="0"/>
            <a:t>Software:</a:t>
          </a:r>
          <a:r>
            <a:rPr lang="en-GB" sz="2500" kern="1200" dirty="0"/>
            <a:t> </a:t>
          </a:r>
          <a:r>
            <a:rPr lang="ar-EG" sz="2500" kern="1200" dirty="0"/>
            <a:t>البرامج اللي بتخليك تستخدم الجهاز (</a:t>
          </a:r>
          <a:r>
            <a:rPr lang="en-GB" sz="2500" kern="1200" dirty="0"/>
            <a:t>Windows – Office – Apps).</a:t>
          </a:r>
          <a:endParaRPr lang="en-US" sz="2500" kern="1200" dirty="0"/>
        </a:p>
      </dsp:txBody>
      <dsp:txXfrm>
        <a:off x="732583" y="1159385"/>
        <a:ext cx="7029617" cy="901218"/>
      </dsp:txXfrm>
    </dsp:sp>
    <dsp:sp modelId="{D5E0EB79-E9F7-4D29-9F4E-B652760DB91C}">
      <dsp:nvSpPr>
        <dsp:cNvPr id="0" name=""/>
        <dsp:cNvSpPr/>
      </dsp:nvSpPr>
      <dsp:spPr>
        <a:xfrm>
          <a:off x="1398574" y="2262695"/>
          <a:ext cx="8412480" cy="957294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b="1" kern="1200"/>
            <a:t>Operating System (OS):</a:t>
          </a:r>
          <a:r>
            <a:rPr lang="en-GB" sz="2500" kern="1200"/>
            <a:t> </a:t>
          </a:r>
          <a:r>
            <a:rPr lang="ar-EG" sz="2500" kern="1200"/>
            <a:t>النظام اللي بيتحكم في الجهاز (</a:t>
          </a:r>
          <a:r>
            <a:rPr lang="en-GB" sz="2500" kern="1200"/>
            <a:t>Windows – macOS – Linux).</a:t>
          </a:r>
          <a:endParaRPr lang="en-US" sz="2500" kern="1200"/>
        </a:p>
      </dsp:txBody>
      <dsp:txXfrm>
        <a:off x="1426612" y="2290733"/>
        <a:ext cx="7040133" cy="901218"/>
      </dsp:txXfrm>
    </dsp:sp>
    <dsp:sp modelId="{4FB89A33-E26A-4DFA-83DD-37BEB0BE6E5B}">
      <dsp:nvSpPr>
        <dsp:cNvPr id="0" name=""/>
        <dsp:cNvSpPr/>
      </dsp:nvSpPr>
      <dsp:spPr>
        <a:xfrm>
          <a:off x="2103119" y="3394043"/>
          <a:ext cx="8412480" cy="957294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500" b="1" kern="1200"/>
            <a:t>File &amp; Folder:</a:t>
          </a:r>
          <a:r>
            <a:rPr lang="en-GB" sz="2500" kern="1200"/>
            <a:t> </a:t>
          </a:r>
          <a:r>
            <a:rPr lang="ar-EG" sz="2500" kern="1200"/>
            <a:t>الملف = مستند أو صورة، الفولدر = مجلد بيجمع ملفات.</a:t>
          </a:r>
          <a:endParaRPr lang="en-US" sz="2500" kern="1200"/>
        </a:p>
      </dsp:txBody>
      <dsp:txXfrm>
        <a:off x="2131157" y="3422081"/>
        <a:ext cx="7029617" cy="901218"/>
      </dsp:txXfrm>
    </dsp:sp>
    <dsp:sp modelId="{7021F16B-C0B5-4DCA-9C17-C96DF9BD9AD7}">
      <dsp:nvSpPr>
        <dsp:cNvPr id="0" name=""/>
        <dsp:cNvSpPr/>
      </dsp:nvSpPr>
      <dsp:spPr>
        <a:xfrm>
          <a:off x="7790238" y="733200"/>
          <a:ext cx="622241" cy="62224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7930242" y="733200"/>
        <a:ext cx="342233" cy="468236"/>
      </dsp:txXfrm>
    </dsp:sp>
    <dsp:sp modelId="{AA79F872-4DD9-4FC0-B8C3-161782144150}">
      <dsp:nvSpPr>
        <dsp:cNvPr id="0" name=""/>
        <dsp:cNvSpPr/>
      </dsp:nvSpPr>
      <dsp:spPr>
        <a:xfrm>
          <a:off x="8494783" y="1864548"/>
          <a:ext cx="622241" cy="622241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8634787" y="1864548"/>
        <a:ext cx="342233" cy="468236"/>
      </dsp:txXfrm>
    </dsp:sp>
    <dsp:sp modelId="{F9880DEA-373C-4553-8494-044CDFCB895A}">
      <dsp:nvSpPr>
        <dsp:cNvPr id="0" name=""/>
        <dsp:cNvSpPr/>
      </dsp:nvSpPr>
      <dsp:spPr>
        <a:xfrm>
          <a:off x="9188813" y="2995896"/>
          <a:ext cx="622241" cy="622241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9328817" y="2995896"/>
        <a:ext cx="342233" cy="4682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with Pictur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1826" y="4957555"/>
            <a:ext cx="6858000" cy="1737360"/>
          </a:xfrm>
        </p:spPr>
        <p:txBody>
          <a:bodyPr anchor="t" anchorCtr="0">
            <a:noAutofit/>
          </a:bodyPr>
          <a:lstStyle>
            <a:lvl1pPr algn="l">
              <a:defRPr sz="5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60328" y="4957555"/>
            <a:ext cx="3496092" cy="1322653"/>
          </a:xfrm>
        </p:spPr>
        <p:txBody>
          <a:bodyPr anchor="b" anchorCtr="0">
            <a:normAutofit/>
          </a:bodyPr>
          <a:lstStyle>
            <a:lvl1pPr marL="0" indent="0" algn="r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33E2CF8-F9ED-49BB-7C96-2E9AAC056736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1230139" y="629340"/>
            <a:ext cx="10976149" cy="4081805"/>
          </a:xfrm>
          <a:custGeom>
            <a:avLst/>
            <a:gdLst>
              <a:gd name="connsiteX0" fmla="*/ 1782161 w 11002360"/>
              <a:gd name="connsiteY0" fmla="*/ 0 h 4091552"/>
              <a:gd name="connsiteX1" fmla="*/ 11002360 w 11002360"/>
              <a:gd name="connsiteY1" fmla="*/ 0 h 4091552"/>
              <a:gd name="connsiteX2" fmla="*/ 11002360 w 11002360"/>
              <a:gd name="connsiteY2" fmla="*/ 4091552 h 4091552"/>
              <a:gd name="connsiteX3" fmla="*/ 3300114 w 11002360"/>
              <a:gd name="connsiteY3" fmla="*/ 4091552 h 4091552"/>
              <a:gd name="connsiteX4" fmla="*/ 1782161 w 11002360"/>
              <a:gd name="connsiteY4" fmla="*/ 4091552 h 4091552"/>
              <a:gd name="connsiteX5" fmla="*/ 306686 w 11002360"/>
              <a:gd name="connsiteY5" fmla="*/ 4091552 h 4091552"/>
              <a:gd name="connsiteX6" fmla="*/ 0 w 11002360"/>
              <a:gd name="connsiteY6" fmla="*/ 3784866 h 4091552"/>
              <a:gd name="connsiteX7" fmla="*/ 0 w 11002360"/>
              <a:gd name="connsiteY7" fmla="*/ 306687 h 4091552"/>
              <a:gd name="connsiteX8" fmla="*/ 306686 w 11002360"/>
              <a:gd name="connsiteY8" fmla="*/ 1 h 4091552"/>
              <a:gd name="connsiteX9" fmla="*/ 1782161 w 11002360"/>
              <a:gd name="connsiteY9" fmla="*/ 1 h 4091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002360" h="4091552">
                <a:moveTo>
                  <a:pt x="1782161" y="0"/>
                </a:moveTo>
                <a:lnTo>
                  <a:pt x="11002360" y="0"/>
                </a:lnTo>
                <a:lnTo>
                  <a:pt x="11002360" y="4091552"/>
                </a:lnTo>
                <a:lnTo>
                  <a:pt x="3300114" y="4091552"/>
                </a:lnTo>
                <a:lnTo>
                  <a:pt x="1782161" y="4091552"/>
                </a:lnTo>
                <a:lnTo>
                  <a:pt x="306686" y="4091552"/>
                </a:lnTo>
                <a:cubicBezTo>
                  <a:pt x="137308" y="4091552"/>
                  <a:pt x="0" y="3954244"/>
                  <a:pt x="0" y="3784866"/>
                </a:cubicBezTo>
                <a:lnTo>
                  <a:pt x="0" y="306687"/>
                </a:lnTo>
                <a:cubicBezTo>
                  <a:pt x="0" y="137309"/>
                  <a:pt x="137308" y="1"/>
                  <a:pt x="306686" y="1"/>
                </a:cubicBezTo>
                <a:lnTo>
                  <a:pt x="1782161" y="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A644EE-5664-C5E5-F2EA-78570A0BEBC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1556301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Agenda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3120" y="820882"/>
            <a:ext cx="6813300" cy="2103254"/>
          </a:xfrm>
        </p:spPr>
        <p:txBody>
          <a:bodyPr anchor="b">
            <a:normAutofit/>
          </a:bodyPr>
          <a:lstStyle>
            <a:lvl1pPr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415547F-4F84-3067-76DF-196AFC61150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8475" y="1"/>
            <a:ext cx="3776472" cy="6220147"/>
          </a:xfrm>
          <a:custGeom>
            <a:avLst/>
            <a:gdLst>
              <a:gd name="connsiteX0" fmla="*/ 0 w 3776472"/>
              <a:gd name="connsiteY0" fmla="*/ 0 h 6220147"/>
              <a:gd name="connsiteX1" fmla="*/ 3776472 w 3776472"/>
              <a:gd name="connsiteY1" fmla="*/ 0 h 6220147"/>
              <a:gd name="connsiteX2" fmla="*/ 3776472 w 3776472"/>
              <a:gd name="connsiteY2" fmla="*/ 4143022 h 6220147"/>
              <a:gd name="connsiteX3" fmla="*/ 3774316 w 3776472"/>
              <a:gd name="connsiteY3" fmla="*/ 4143022 h 6220147"/>
              <a:gd name="connsiteX4" fmla="*/ 3774316 w 3776472"/>
              <a:gd name="connsiteY4" fmla="*/ 5899400 h 6220147"/>
              <a:gd name="connsiteX5" fmla="*/ 3453569 w 3776472"/>
              <a:gd name="connsiteY5" fmla="*/ 6220147 h 6220147"/>
              <a:gd name="connsiteX6" fmla="*/ 322904 w 3776472"/>
              <a:gd name="connsiteY6" fmla="*/ 6220147 h 6220147"/>
              <a:gd name="connsiteX7" fmla="*/ 2157 w 3776472"/>
              <a:gd name="connsiteY7" fmla="*/ 5899400 h 6220147"/>
              <a:gd name="connsiteX8" fmla="*/ 2157 w 3776472"/>
              <a:gd name="connsiteY8" fmla="*/ 4143022 h 6220147"/>
              <a:gd name="connsiteX9" fmla="*/ 0 w 3776472"/>
              <a:gd name="connsiteY9" fmla="*/ 4143022 h 62201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776472" h="6220147">
                <a:moveTo>
                  <a:pt x="0" y="0"/>
                </a:moveTo>
                <a:lnTo>
                  <a:pt x="3776472" y="0"/>
                </a:lnTo>
                <a:lnTo>
                  <a:pt x="3776472" y="4143022"/>
                </a:lnTo>
                <a:lnTo>
                  <a:pt x="3774316" y="4143022"/>
                </a:lnTo>
                <a:lnTo>
                  <a:pt x="3774316" y="5899400"/>
                </a:lnTo>
                <a:cubicBezTo>
                  <a:pt x="3774316" y="6076544"/>
                  <a:pt x="3630713" y="6220147"/>
                  <a:pt x="3453569" y="6220147"/>
                </a:cubicBezTo>
                <a:lnTo>
                  <a:pt x="322904" y="6220147"/>
                </a:lnTo>
                <a:cubicBezTo>
                  <a:pt x="145760" y="6220147"/>
                  <a:pt x="2157" y="6076544"/>
                  <a:pt x="2157" y="5899400"/>
                </a:cubicBezTo>
                <a:lnTo>
                  <a:pt x="2157" y="4143022"/>
                </a:lnTo>
                <a:lnTo>
                  <a:pt x="0" y="4143022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43121" y="3273552"/>
            <a:ext cx="6813300" cy="2947091"/>
          </a:xfrm>
        </p:spPr>
        <p:txBody>
          <a:bodyPr>
            <a:normAutofit/>
          </a:bodyPr>
          <a:lstStyle>
            <a:lvl1pPr marL="0" indent="0">
              <a:lnSpc>
                <a:spcPct val="140000"/>
              </a:lnSpc>
              <a:buFont typeface="+mj-lt"/>
              <a:buNone/>
              <a:defRPr sz="2000"/>
            </a:lvl1pPr>
            <a:lvl2pPr marL="228600" indent="0">
              <a:lnSpc>
                <a:spcPct val="140000"/>
              </a:lnSpc>
              <a:buFont typeface="+mj-lt"/>
              <a:buNone/>
              <a:defRPr sz="1800"/>
            </a:lvl2pPr>
            <a:lvl3pPr marL="457200" indent="0">
              <a:lnSpc>
                <a:spcPct val="140000"/>
              </a:lnSpc>
              <a:buFont typeface="+mj-lt"/>
              <a:buNone/>
              <a:defRPr sz="1600"/>
            </a:lvl3pPr>
            <a:lvl4pPr marL="685800" indent="0">
              <a:lnSpc>
                <a:spcPct val="140000"/>
              </a:lnSpc>
              <a:buFont typeface="+mj-lt"/>
              <a:buNone/>
              <a:defRPr sz="1400"/>
            </a:lvl4pPr>
            <a:lvl5pPr marL="914400" indent="0">
              <a:lnSpc>
                <a:spcPct val="140000"/>
              </a:lnSpc>
              <a:buFont typeface="+mj-lt"/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</p:spTree>
    <p:extLst>
      <p:ext uri="{BB962C8B-B14F-4D97-AF65-F5344CB8AC3E}">
        <p14:creationId xmlns:p14="http://schemas.microsoft.com/office/powerpoint/2010/main" val="3962644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362D44EE-C852-4460-B8B5-C4F2BC2051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F13C91-E510-4F7C-818F-C46FECE888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94716" y="739978"/>
            <a:ext cx="5334930" cy="300414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>
                <a:solidFill>
                  <a:schemeClr val="tx1"/>
                </a:solidFill>
              </a:rPr>
              <a:t>🖥️ </a:t>
            </a:r>
            <a:r>
              <a:rPr lang="en-US" sz="6000" noProof="0">
                <a:solidFill>
                  <a:schemeClr val="tx1"/>
                </a:solidFill>
              </a:rPr>
              <a:t>الدرس</a:t>
            </a:r>
            <a:r>
              <a:rPr lang="en-US" sz="6000">
                <a:solidFill>
                  <a:schemeClr val="tx1"/>
                </a:solidFill>
              </a:rPr>
              <a:t> الأول: مقدمة في  اساسيات الحاسوب  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A0F1FF-87FC-80DD-5AB5-4F02641B33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94715" y="3836197"/>
            <a:ext cx="5334931" cy="2189214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US" sz="2400">
                <a:solidFill>
                  <a:schemeClr val="tx1"/>
                </a:solidFill>
              </a:rPr>
              <a:t>Presented by Mohamed alaa 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658970D8-8D1D-4B5C-894B-E871CC865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1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227E5B6-9132-43CA-B503-37A18562AD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349052" y="0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03C2051E-A88D-48E5-BACF-AAED178927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16245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2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7821A508-2985-4905-874A-527429BAAB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D2929CB1-0E3C-4B2D-ADC5-0154FB33B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697761" y="5717906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8" name="Picture Placeholder 7" descr="A computer screen with blue writing on it&#10;&#10;AI-generated content may be incorrect.">
            <a:extLst>
              <a:ext uri="{FF2B5EF4-FFF2-40B4-BE49-F238E27FC236}">
                <a16:creationId xmlns:a16="http://schemas.microsoft.com/office/drawing/2014/main" id="{7F349D00-DBC6-DA65-90E2-9816C663E17B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8855" r="24394" b="-1"/>
          <a:stretch>
            <a:fillRect/>
          </a:stretch>
        </p:blipFill>
        <p:spPr>
          <a:xfrm>
            <a:off x="631840" y="598720"/>
            <a:ext cx="5178249" cy="5178249"/>
          </a:xfrm>
          <a:custGeom>
            <a:avLst/>
            <a:gdLst/>
            <a:ahLst/>
            <a:cxnLst/>
            <a:rect l="l" t="t" r="r" b="b"/>
            <a:pathLst>
              <a:path w="3741748" h="3741748">
                <a:moveTo>
                  <a:pt x="1870874" y="0"/>
                </a:moveTo>
                <a:cubicBezTo>
                  <a:pt x="2904129" y="0"/>
                  <a:pt x="3741748" y="837619"/>
                  <a:pt x="3741748" y="1870874"/>
                </a:cubicBezTo>
                <a:cubicBezTo>
                  <a:pt x="3741748" y="2904129"/>
                  <a:pt x="2904129" y="3741748"/>
                  <a:pt x="1870874" y="3741748"/>
                </a:cubicBezTo>
                <a:cubicBezTo>
                  <a:pt x="837619" y="3741748"/>
                  <a:pt x="0" y="2904129"/>
                  <a:pt x="0" y="1870874"/>
                </a:cubicBezTo>
                <a:cubicBezTo>
                  <a:pt x="0" y="837619"/>
                  <a:pt x="837619" y="0"/>
                  <a:pt x="1870874" y="0"/>
                </a:cubicBezTo>
                <a:close/>
              </a:path>
            </a:pathLst>
          </a:custGeom>
        </p:spPr>
      </p:pic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5F2F0C84-BE8C-4DC2-A6D3-30349A801D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520513" y="6258756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9578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C36AC8-265E-5CB9-63B8-E5A7C6401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🎯 </a:t>
            </a:r>
            <a:r>
              <a:rPr lang="en-US" sz="44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أهداف</a:t>
            </a:r>
            <a:r>
              <a:rPr lang="en-US" sz="4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4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الدرس</a:t>
            </a:r>
            <a:endParaRPr lang="en-US" sz="44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71AB8903-CEA4-6754-B9DC-F4C0CD836982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4447308" y="591344"/>
            <a:ext cx="6906491" cy="558561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</a:rPr>
              <a:t>تعرف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</a:rPr>
              <a:t>يعني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</a:rPr>
              <a:t>إيه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</a:rPr>
              <a:t>كمبيوتر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.</a:t>
            </a: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</a:rPr>
              <a:t>فهم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</a:rPr>
              <a:t>الوظائف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</a:rPr>
              <a:t>الأساسية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</a:rPr>
              <a:t>للجهاز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.</a:t>
            </a: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</a:rPr>
              <a:t>التمييز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</a:rPr>
              <a:t>بين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</a:rPr>
              <a:t>أنواع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</a:rPr>
              <a:t>الأجهزة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(Laptop – Desktop – Server).</a:t>
            </a: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</a:rPr>
              <a:t>التعرف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على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</a:rPr>
              <a:t>أهم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</a:rPr>
              <a:t>المصطلحات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</a:rPr>
              <a:t>للمبتدئين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.</a:t>
            </a:r>
          </a:p>
          <a:p>
            <a:pPr marL="0" marR="0" lvl="0"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</a:rPr>
              <a:t>مقارنة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</a:rPr>
              <a:t>بين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</a:rPr>
              <a:t>الأجهزة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</a:rPr>
              <a:t>المختلفة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5112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99F1FFA9-D672-408C-9220-ADEEC6ABD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B85620-28AE-1705-EB96-F253419B6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3816095" cy="193807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1️⃣ </a:t>
            </a:r>
            <a:r>
              <a:rPr lang="en-US" sz="44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تعريف</a:t>
            </a:r>
            <a:r>
              <a:rPr lang="en-US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4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الكمبيوتر</a:t>
            </a:r>
            <a:r>
              <a:rPr lang="en-US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4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ووظائفه</a:t>
            </a:r>
            <a:r>
              <a:rPr lang="en-US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4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الأساسية</a:t>
            </a:r>
            <a:endParaRPr lang="en-US" sz="44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10BED5-D176-1856-C812-95EE27A25FE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8201" y="2482589"/>
            <a:ext cx="3816096" cy="3694373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b="1"/>
              <a:t>الكمبيوتر</a:t>
            </a:r>
            <a:r>
              <a:rPr lang="en-US" dirty="0"/>
              <a:t>: </a:t>
            </a:r>
            <a:r>
              <a:rPr lang="en-US"/>
              <a:t>جهاز</a:t>
            </a:r>
            <a:r>
              <a:rPr lang="en-US" dirty="0"/>
              <a:t> </a:t>
            </a:r>
            <a:r>
              <a:rPr lang="en-US"/>
              <a:t>إلكتروني</a:t>
            </a:r>
            <a:r>
              <a:rPr lang="en-US" dirty="0"/>
              <a:t> </a:t>
            </a:r>
            <a:r>
              <a:rPr lang="en-US"/>
              <a:t>بيستقبل</a:t>
            </a:r>
            <a:r>
              <a:rPr lang="en-US" dirty="0"/>
              <a:t> </a:t>
            </a:r>
            <a:r>
              <a:rPr lang="en-US"/>
              <a:t>بيانات</a:t>
            </a:r>
            <a:r>
              <a:rPr lang="en-US" dirty="0"/>
              <a:t> (Input)، </a:t>
            </a:r>
            <a:r>
              <a:rPr lang="en-US"/>
              <a:t>يعالجها</a:t>
            </a:r>
            <a:r>
              <a:rPr lang="en-US" dirty="0"/>
              <a:t> (Processing)، </a:t>
            </a:r>
            <a:r>
              <a:rPr lang="en-US"/>
              <a:t>ويطلعلك</a:t>
            </a:r>
            <a:r>
              <a:rPr lang="en-US" dirty="0"/>
              <a:t> </a:t>
            </a:r>
            <a:r>
              <a:rPr lang="en-US"/>
              <a:t>نتائج</a:t>
            </a:r>
            <a:r>
              <a:rPr lang="en-US" dirty="0"/>
              <a:t> (Output).</a:t>
            </a:r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b="1"/>
              <a:t>الوظائف</a:t>
            </a:r>
            <a:r>
              <a:rPr lang="en-US" b="1" dirty="0"/>
              <a:t> </a:t>
            </a:r>
            <a:r>
              <a:rPr lang="en-US" b="1"/>
              <a:t>الأساسية</a:t>
            </a:r>
            <a:r>
              <a:rPr lang="en-US" b="1" dirty="0"/>
              <a:t>:</a:t>
            </a:r>
            <a:endParaRPr lang="en-US" dirty="0"/>
          </a:p>
          <a:p>
            <a:pPr lvl="1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/>
              <a:t>إدخال</a:t>
            </a:r>
            <a:r>
              <a:rPr lang="en-US" sz="2000" dirty="0"/>
              <a:t> </a:t>
            </a:r>
            <a:r>
              <a:rPr lang="en-US" sz="2000"/>
              <a:t>البيانات</a:t>
            </a:r>
            <a:r>
              <a:rPr lang="en-US" sz="2000" dirty="0"/>
              <a:t> (Input).</a:t>
            </a:r>
          </a:p>
          <a:p>
            <a:pPr lvl="1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/>
              <a:t>معالجة</a:t>
            </a:r>
            <a:r>
              <a:rPr lang="en-US" sz="2000" dirty="0"/>
              <a:t> </a:t>
            </a:r>
            <a:r>
              <a:rPr lang="en-US" sz="2000"/>
              <a:t>البيانات</a:t>
            </a:r>
            <a:r>
              <a:rPr lang="en-US" sz="2000" dirty="0"/>
              <a:t> (Processing).</a:t>
            </a:r>
          </a:p>
          <a:p>
            <a:pPr lvl="1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/>
              <a:t>إخراج</a:t>
            </a:r>
            <a:r>
              <a:rPr lang="en-US" sz="2000" dirty="0"/>
              <a:t> </a:t>
            </a:r>
            <a:r>
              <a:rPr lang="en-US" sz="2000"/>
              <a:t>النتائج</a:t>
            </a:r>
            <a:r>
              <a:rPr lang="en-US" sz="2000" dirty="0"/>
              <a:t> (Output).</a:t>
            </a:r>
          </a:p>
          <a:p>
            <a:pPr lvl="1"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000"/>
              <a:t>تخزين</a:t>
            </a:r>
            <a:r>
              <a:rPr lang="en-US" sz="2000" dirty="0"/>
              <a:t> </a:t>
            </a:r>
            <a:r>
              <a:rPr lang="en-US" sz="2000"/>
              <a:t>المعلومات (Storage).</a:t>
            </a:r>
            <a:endParaRPr lang="en-US" sz="2000" dirty="0"/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/>
              <a:t>💡 </a:t>
            </a:r>
            <a:r>
              <a:rPr lang="en-US"/>
              <a:t>مثال</a:t>
            </a:r>
            <a:r>
              <a:rPr lang="en-US" dirty="0"/>
              <a:t> </a:t>
            </a:r>
            <a:r>
              <a:rPr lang="en-US"/>
              <a:t>عملي</a:t>
            </a:r>
            <a:r>
              <a:rPr lang="en-US" dirty="0"/>
              <a:t>: </a:t>
            </a:r>
            <a:r>
              <a:rPr lang="en-US"/>
              <a:t>لما</a:t>
            </a:r>
            <a:r>
              <a:rPr lang="en-US" dirty="0"/>
              <a:t> </a:t>
            </a:r>
            <a:r>
              <a:rPr lang="en-US"/>
              <a:t>تكتب</a:t>
            </a:r>
            <a:r>
              <a:rPr lang="en-US" dirty="0"/>
              <a:t> </a:t>
            </a:r>
            <a:r>
              <a:rPr lang="en-US"/>
              <a:t>نص</a:t>
            </a:r>
            <a:r>
              <a:rPr lang="en-US" dirty="0"/>
              <a:t> على </a:t>
            </a:r>
            <a:r>
              <a:rPr lang="en-US"/>
              <a:t>الكيبورد</a:t>
            </a:r>
            <a:r>
              <a:rPr lang="en-US" dirty="0"/>
              <a:t> → </a:t>
            </a:r>
            <a:r>
              <a:rPr lang="en-US"/>
              <a:t>الكمبيوتر</a:t>
            </a:r>
            <a:r>
              <a:rPr lang="en-US" dirty="0"/>
              <a:t> </a:t>
            </a:r>
            <a:r>
              <a:rPr lang="en-US"/>
              <a:t>يستقبل</a:t>
            </a:r>
            <a:r>
              <a:rPr lang="en-US" dirty="0"/>
              <a:t> </a:t>
            </a:r>
            <a:r>
              <a:rPr lang="en-US"/>
              <a:t>النص</a:t>
            </a:r>
            <a:r>
              <a:rPr lang="en-US" dirty="0"/>
              <a:t> → </a:t>
            </a:r>
            <a:r>
              <a:rPr lang="en-US"/>
              <a:t>يعرضه</a:t>
            </a:r>
            <a:r>
              <a:rPr lang="en-US" dirty="0"/>
              <a:t> على </a:t>
            </a:r>
            <a:r>
              <a:rPr lang="en-US"/>
              <a:t>الشاشة</a:t>
            </a:r>
            <a:r>
              <a:rPr lang="en-US" dirty="0"/>
              <a:t> → </a:t>
            </a:r>
            <a:r>
              <a:rPr lang="en-US"/>
              <a:t>ويحفظه</a:t>
            </a:r>
            <a:r>
              <a:rPr lang="en-US" dirty="0"/>
              <a:t> </a:t>
            </a:r>
            <a:r>
              <a:rPr lang="en-US"/>
              <a:t>في</a:t>
            </a:r>
            <a:r>
              <a:rPr lang="en-US" dirty="0"/>
              <a:t> </a:t>
            </a:r>
            <a:r>
              <a:rPr lang="en-US"/>
              <a:t>ملف</a:t>
            </a:r>
            <a:r>
              <a:rPr lang="en-US" dirty="0"/>
              <a:t>.</a:t>
            </a:r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5" name="Picture Placeholder 4" descr="A computer on a table&#10;&#10;AI-generated content may be incorrect.">
            <a:extLst>
              <a:ext uri="{FF2B5EF4-FFF2-40B4-BE49-F238E27FC236}">
                <a16:creationId xmlns:a16="http://schemas.microsoft.com/office/drawing/2014/main" id="{D547815F-1900-639E-16A1-C9A32703835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916" r="-1" b="21138"/>
          <a:stretch>
            <a:fillRect/>
          </a:stretch>
        </p:blipFill>
        <p:spPr>
          <a:xfrm>
            <a:off x="4904316" y="-4"/>
            <a:ext cx="7287684" cy="3694372"/>
          </a:xfrm>
          <a:custGeom>
            <a:avLst/>
            <a:gdLst/>
            <a:ahLst/>
            <a:cxnLst/>
            <a:rect l="l" t="t" r="r" b="b"/>
            <a:pathLst>
              <a:path w="7287684" h="3694372">
                <a:moveTo>
                  <a:pt x="1047969" y="0"/>
                </a:moveTo>
                <a:lnTo>
                  <a:pt x="7287684" y="0"/>
                </a:lnTo>
                <a:lnTo>
                  <a:pt x="7287684" y="814388"/>
                </a:lnTo>
                <a:lnTo>
                  <a:pt x="7287684" y="3694372"/>
                </a:lnTo>
                <a:lnTo>
                  <a:pt x="471411" y="3694372"/>
                </a:lnTo>
                <a:lnTo>
                  <a:pt x="470992" y="3686621"/>
                </a:lnTo>
                <a:cubicBezTo>
                  <a:pt x="458999" y="3642419"/>
                  <a:pt x="427907" y="3602236"/>
                  <a:pt x="376383" y="3554015"/>
                </a:cubicBezTo>
                <a:cubicBezTo>
                  <a:pt x="315976" y="3500438"/>
                  <a:pt x="255568" y="3454003"/>
                  <a:pt x="170288" y="3407569"/>
                </a:cubicBezTo>
                <a:cubicBezTo>
                  <a:pt x="365723" y="3382565"/>
                  <a:pt x="163181" y="3296841"/>
                  <a:pt x="230695" y="3243263"/>
                </a:cubicBezTo>
                <a:cubicBezTo>
                  <a:pt x="369276" y="3221831"/>
                  <a:pt x="479431" y="3393282"/>
                  <a:pt x="667759" y="3343275"/>
                </a:cubicBezTo>
                <a:cubicBezTo>
                  <a:pt x="440344" y="3196828"/>
                  <a:pt x="184501" y="3150393"/>
                  <a:pt x="17493" y="2953940"/>
                </a:cubicBezTo>
                <a:cubicBezTo>
                  <a:pt x="56580" y="2911078"/>
                  <a:pt x="95667" y="2953940"/>
                  <a:pt x="127647" y="2936081"/>
                </a:cubicBezTo>
                <a:cubicBezTo>
                  <a:pt x="127647" y="2925365"/>
                  <a:pt x="500751" y="2993232"/>
                  <a:pt x="522071" y="2714625"/>
                </a:cubicBezTo>
                <a:cubicBezTo>
                  <a:pt x="529178" y="2714625"/>
                  <a:pt x="536285" y="2714625"/>
                  <a:pt x="543391" y="2703909"/>
                </a:cubicBezTo>
                <a:cubicBezTo>
                  <a:pt x="582478" y="2664619"/>
                  <a:pt x="546945" y="2571750"/>
                  <a:pt x="610905" y="2564606"/>
                </a:cubicBezTo>
                <a:cubicBezTo>
                  <a:pt x="681973" y="2557462"/>
                  <a:pt x="749487" y="2525315"/>
                  <a:pt x="824107" y="2543175"/>
                </a:cubicBezTo>
                <a:cubicBezTo>
                  <a:pt x="880961" y="2557462"/>
                  <a:pt x="941368" y="2575322"/>
                  <a:pt x="1001776" y="2575322"/>
                </a:cubicBezTo>
                <a:cubicBezTo>
                  <a:pt x="1065736" y="2575322"/>
                  <a:pt x="1154570" y="2696766"/>
                  <a:pt x="1193658" y="2536031"/>
                </a:cubicBezTo>
                <a:cubicBezTo>
                  <a:pt x="1193658" y="2528888"/>
                  <a:pt x="1303812" y="2546747"/>
                  <a:pt x="1364219" y="2553891"/>
                </a:cubicBezTo>
                <a:cubicBezTo>
                  <a:pt x="1413966" y="2561035"/>
                  <a:pt x="1474374" y="2593181"/>
                  <a:pt x="1509907" y="2528888"/>
                </a:cubicBezTo>
                <a:cubicBezTo>
                  <a:pt x="1527674" y="2489596"/>
                  <a:pt x="1442393" y="2418159"/>
                  <a:pt x="1367772" y="2411015"/>
                </a:cubicBezTo>
                <a:cubicBezTo>
                  <a:pt x="1300259" y="2403872"/>
                  <a:pt x="1232745" y="2396728"/>
                  <a:pt x="1168784" y="2411015"/>
                </a:cubicBezTo>
                <a:cubicBezTo>
                  <a:pt x="1090610" y="2428875"/>
                  <a:pt x="1047969" y="2400300"/>
                  <a:pt x="1026649" y="2336007"/>
                </a:cubicBezTo>
                <a:cubicBezTo>
                  <a:pt x="1001776" y="2268141"/>
                  <a:pt x="955582" y="2232422"/>
                  <a:pt x="891621" y="2200275"/>
                </a:cubicBezTo>
                <a:cubicBezTo>
                  <a:pt x="735273" y="2121694"/>
                  <a:pt x="586032" y="2028825"/>
                  <a:pt x="415470" y="1982390"/>
                </a:cubicBezTo>
                <a:cubicBezTo>
                  <a:pt x="383490" y="1975246"/>
                  <a:pt x="344403" y="1960959"/>
                  <a:pt x="330189" y="1900238"/>
                </a:cubicBezTo>
                <a:cubicBezTo>
                  <a:pt x="792127" y="1993106"/>
                  <a:pt x="1211424" y="2232422"/>
                  <a:pt x="1687576" y="2218135"/>
                </a:cubicBezTo>
                <a:cubicBezTo>
                  <a:pt x="1559654" y="2143125"/>
                  <a:pt x="1406860" y="2139554"/>
                  <a:pt x="1268278" y="2085975"/>
                </a:cubicBezTo>
                <a:cubicBezTo>
                  <a:pt x="1367772" y="2046685"/>
                  <a:pt x="1460160" y="2089547"/>
                  <a:pt x="1552548" y="2110978"/>
                </a:cubicBezTo>
                <a:cubicBezTo>
                  <a:pt x="1630722" y="2128837"/>
                  <a:pt x="1701789" y="2132410"/>
                  <a:pt x="1708896" y="2021681"/>
                </a:cubicBezTo>
                <a:cubicBezTo>
                  <a:pt x="1708896" y="2010965"/>
                  <a:pt x="1708896" y="2003821"/>
                  <a:pt x="1708896" y="1993106"/>
                </a:cubicBezTo>
                <a:cubicBezTo>
                  <a:pt x="1680469" y="1946672"/>
                  <a:pt x="1641382" y="1925240"/>
                  <a:pt x="1591635" y="1910953"/>
                </a:cubicBezTo>
                <a:cubicBezTo>
                  <a:pt x="1563208" y="1903809"/>
                  <a:pt x="1524121" y="1889522"/>
                  <a:pt x="1524121" y="1857375"/>
                </a:cubicBezTo>
                <a:cubicBezTo>
                  <a:pt x="1527674" y="1735931"/>
                  <a:pt x="1431733" y="1700212"/>
                  <a:pt x="1339346" y="1664493"/>
                </a:cubicBezTo>
                <a:cubicBezTo>
                  <a:pt x="1389093" y="1603772"/>
                  <a:pt x="1431733" y="1646635"/>
                  <a:pt x="1470820" y="1643062"/>
                </a:cubicBezTo>
                <a:cubicBezTo>
                  <a:pt x="1495694" y="1639491"/>
                  <a:pt x="1520567" y="1635919"/>
                  <a:pt x="1520567" y="1603772"/>
                </a:cubicBezTo>
                <a:cubicBezTo>
                  <a:pt x="1520567" y="1578769"/>
                  <a:pt x="1509907" y="1546622"/>
                  <a:pt x="1485034" y="1546622"/>
                </a:cubicBezTo>
                <a:cubicBezTo>
                  <a:pt x="1328686" y="1543050"/>
                  <a:pt x="1239851" y="1371600"/>
                  <a:pt x="1076396" y="1371600"/>
                </a:cubicBezTo>
                <a:cubicBezTo>
                  <a:pt x="976902" y="1371600"/>
                  <a:pt x="1126144" y="1275159"/>
                  <a:pt x="1044416" y="1235869"/>
                </a:cubicBezTo>
                <a:cubicBezTo>
                  <a:pt x="1026649" y="1225153"/>
                  <a:pt x="1094163" y="1210866"/>
                  <a:pt x="1122590" y="1214437"/>
                </a:cubicBezTo>
                <a:cubicBezTo>
                  <a:pt x="1151017" y="1218009"/>
                  <a:pt x="1175891" y="1243013"/>
                  <a:pt x="1211424" y="1225153"/>
                </a:cubicBezTo>
                <a:cubicBezTo>
                  <a:pt x="1229191" y="1160860"/>
                  <a:pt x="1182997" y="1135856"/>
                  <a:pt x="1140357" y="1117997"/>
                </a:cubicBezTo>
                <a:cubicBezTo>
                  <a:pt x="1047969" y="1075135"/>
                  <a:pt x="955582" y="1025129"/>
                  <a:pt x="852534" y="1010841"/>
                </a:cubicBezTo>
                <a:cubicBezTo>
                  <a:pt x="817001" y="1007269"/>
                  <a:pt x="795680" y="989409"/>
                  <a:pt x="799234" y="953690"/>
                </a:cubicBezTo>
                <a:cubicBezTo>
                  <a:pt x="806340" y="907256"/>
                  <a:pt x="841874" y="921544"/>
                  <a:pt x="870301" y="925115"/>
                </a:cubicBezTo>
                <a:cubicBezTo>
                  <a:pt x="888068" y="928688"/>
                  <a:pt x="905835" y="939403"/>
                  <a:pt x="923602" y="914400"/>
                </a:cubicBezTo>
                <a:cubicBezTo>
                  <a:pt x="611794" y="724198"/>
                  <a:pt x="409919" y="684684"/>
                  <a:pt x="132090" y="589415"/>
                </a:cubicBezTo>
                <a:lnTo>
                  <a:pt x="31922" y="552917"/>
                </a:lnTo>
                <a:lnTo>
                  <a:pt x="26859" y="541335"/>
                </a:lnTo>
                <a:cubicBezTo>
                  <a:pt x="20137" y="534929"/>
                  <a:pt x="8953" y="532232"/>
                  <a:pt x="0" y="527681"/>
                </a:cubicBezTo>
                <a:cubicBezTo>
                  <a:pt x="5969" y="516305"/>
                  <a:pt x="7617" y="502963"/>
                  <a:pt x="17905" y="493550"/>
                </a:cubicBezTo>
                <a:cubicBezTo>
                  <a:pt x="23947" y="488022"/>
                  <a:pt x="35344" y="487159"/>
                  <a:pt x="44763" y="486724"/>
                </a:cubicBezTo>
                <a:lnTo>
                  <a:pt x="165722" y="483650"/>
                </a:lnTo>
                <a:lnTo>
                  <a:pt x="193385" y="498723"/>
                </a:lnTo>
                <a:cubicBezTo>
                  <a:pt x="210263" y="511671"/>
                  <a:pt x="227142" y="525066"/>
                  <a:pt x="315976" y="535781"/>
                </a:cubicBezTo>
                <a:cubicBezTo>
                  <a:pt x="401257" y="546497"/>
                  <a:pt x="479431" y="582216"/>
                  <a:pt x="575372" y="525066"/>
                </a:cubicBezTo>
                <a:cubicBezTo>
                  <a:pt x="639332" y="485775"/>
                  <a:pt x="742380" y="528637"/>
                  <a:pt x="820554" y="560785"/>
                </a:cubicBezTo>
                <a:cubicBezTo>
                  <a:pt x="884515" y="589360"/>
                  <a:pt x="948475" y="596503"/>
                  <a:pt x="1033756" y="560785"/>
                </a:cubicBezTo>
                <a:cubicBezTo>
                  <a:pt x="955582" y="539354"/>
                  <a:pt x="895175" y="521494"/>
                  <a:pt x="834767" y="507206"/>
                </a:cubicBezTo>
                <a:cubicBezTo>
                  <a:pt x="785020" y="496491"/>
                  <a:pt x="756593" y="471488"/>
                  <a:pt x="760147" y="417909"/>
                </a:cubicBezTo>
                <a:cubicBezTo>
                  <a:pt x="760147" y="389334"/>
                  <a:pt x="749487" y="350044"/>
                  <a:pt x="785020" y="335757"/>
                </a:cubicBezTo>
                <a:cubicBezTo>
                  <a:pt x="813447" y="321469"/>
                  <a:pt x="852534" y="335757"/>
                  <a:pt x="866748" y="360759"/>
                </a:cubicBezTo>
                <a:cubicBezTo>
                  <a:pt x="884515" y="407194"/>
                  <a:pt x="902281" y="450056"/>
                  <a:pt x="962689" y="453629"/>
                </a:cubicBezTo>
                <a:cubicBezTo>
                  <a:pt x="1044416" y="460771"/>
                  <a:pt x="998222" y="432197"/>
                  <a:pt x="984009" y="396478"/>
                </a:cubicBezTo>
                <a:cubicBezTo>
                  <a:pt x="969795" y="357188"/>
                  <a:pt x="1012436" y="346472"/>
                  <a:pt x="1040863" y="353615"/>
                </a:cubicBezTo>
                <a:cubicBezTo>
                  <a:pt x="1147464" y="385763"/>
                  <a:pt x="1257618" y="328613"/>
                  <a:pt x="1367772" y="375047"/>
                </a:cubicBezTo>
                <a:cubicBezTo>
                  <a:pt x="1339346" y="260747"/>
                  <a:pt x="1278938" y="210741"/>
                  <a:pt x="1151017" y="192881"/>
                </a:cubicBezTo>
                <a:cubicBezTo>
                  <a:pt x="1104823" y="189310"/>
                  <a:pt x="1055076" y="196453"/>
                  <a:pt x="1012436" y="164306"/>
                </a:cubicBezTo>
                <a:cubicBezTo>
                  <a:pt x="987562" y="146447"/>
                  <a:pt x="962689" y="125016"/>
                  <a:pt x="980456" y="89297"/>
                </a:cubicBezTo>
                <a:cubicBezTo>
                  <a:pt x="991116" y="64294"/>
                  <a:pt x="1019542" y="64294"/>
                  <a:pt x="1044416" y="71437"/>
                </a:cubicBezTo>
                <a:cubicBezTo>
                  <a:pt x="1147464" y="110728"/>
                  <a:pt x="1257618" y="121444"/>
                  <a:pt x="1364219" y="135731"/>
                </a:cubicBezTo>
                <a:cubicBezTo>
                  <a:pt x="1381986" y="139303"/>
                  <a:pt x="1399753" y="146447"/>
                  <a:pt x="1417520" y="110728"/>
                </a:cubicBezTo>
                <a:cubicBezTo>
                  <a:pt x="1293152" y="78581"/>
                  <a:pt x="1172337" y="35719"/>
                  <a:pt x="1047969" y="0"/>
                </a:cubicBezTo>
                <a:close/>
              </a:path>
            </a:pathLst>
          </a:custGeom>
          <a:noFill/>
        </p:spPr>
      </p:pic>
      <p:pic>
        <p:nvPicPr>
          <p:cNvPr id="8" name="Picture 7" descr="A diagram of a computer network&#10;&#10;AI-generated content may be incorrect.">
            <a:extLst>
              <a:ext uri="{FF2B5EF4-FFF2-40B4-BE49-F238E27FC236}">
                <a16:creationId xmlns:a16="http://schemas.microsoft.com/office/drawing/2014/main" id="{47DBA129-4544-CD3B-08D6-EEB96E9AE0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524" b="17618"/>
          <a:stretch>
            <a:fillRect/>
          </a:stretch>
        </p:blipFill>
        <p:spPr>
          <a:xfrm>
            <a:off x="4726728" y="3802961"/>
            <a:ext cx="7472381" cy="3055043"/>
          </a:xfrm>
          <a:custGeom>
            <a:avLst/>
            <a:gdLst/>
            <a:ahLst/>
            <a:cxnLst/>
            <a:rect l="l" t="t" r="r" b="b"/>
            <a:pathLst>
              <a:path w="7472381" h="3055043">
                <a:moveTo>
                  <a:pt x="638975" y="0"/>
                </a:moveTo>
                <a:lnTo>
                  <a:pt x="7472381" y="0"/>
                </a:lnTo>
                <a:lnTo>
                  <a:pt x="7472381" y="2579984"/>
                </a:lnTo>
                <a:lnTo>
                  <a:pt x="7472381" y="3055043"/>
                </a:lnTo>
                <a:lnTo>
                  <a:pt x="6992676" y="3055043"/>
                </a:lnTo>
                <a:lnTo>
                  <a:pt x="1946893" y="3055043"/>
                </a:lnTo>
                <a:cubicBezTo>
                  <a:pt x="1801205" y="2983605"/>
                  <a:pt x="1662624" y="2897880"/>
                  <a:pt x="1506276" y="2855018"/>
                </a:cubicBezTo>
                <a:cubicBezTo>
                  <a:pt x="1399675" y="2826443"/>
                  <a:pt x="1296627" y="2776437"/>
                  <a:pt x="1314394" y="2626417"/>
                </a:cubicBezTo>
                <a:cubicBezTo>
                  <a:pt x="1317947" y="2583555"/>
                  <a:pt x="1289520" y="2551409"/>
                  <a:pt x="1246880" y="2562124"/>
                </a:cubicBezTo>
                <a:cubicBezTo>
                  <a:pt x="1165153" y="2583555"/>
                  <a:pt x="1126065" y="2522833"/>
                  <a:pt x="1079872" y="2476399"/>
                </a:cubicBezTo>
                <a:cubicBezTo>
                  <a:pt x="998144" y="2394247"/>
                  <a:pt x="919970" y="2308520"/>
                  <a:pt x="788495" y="2294233"/>
                </a:cubicBezTo>
                <a:cubicBezTo>
                  <a:pt x="813369" y="2229939"/>
                  <a:pt x="856009" y="2237083"/>
                  <a:pt x="895097" y="2251371"/>
                </a:cubicBezTo>
                <a:cubicBezTo>
                  <a:pt x="998144" y="2287090"/>
                  <a:pt x="1101192" y="2326380"/>
                  <a:pt x="1204239" y="2362099"/>
                </a:cubicBezTo>
                <a:cubicBezTo>
                  <a:pt x="1271754" y="2383530"/>
                  <a:pt x="1339267" y="2415677"/>
                  <a:pt x="1428102" y="2390674"/>
                </a:cubicBezTo>
                <a:cubicBezTo>
                  <a:pt x="1349928" y="2262087"/>
                  <a:pt x="1218453" y="2237083"/>
                  <a:pt x="1111852" y="2197793"/>
                </a:cubicBezTo>
                <a:cubicBezTo>
                  <a:pt x="980377" y="2147787"/>
                  <a:pt x="902203" y="2054918"/>
                  <a:pt x="806262" y="1947762"/>
                </a:cubicBezTo>
                <a:cubicBezTo>
                  <a:pt x="902203" y="1919187"/>
                  <a:pt x="962610" y="1997768"/>
                  <a:pt x="1040785" y="1994196"/>
                </a:cubicBezTo>
                <a:cubicBezTo>
                  <a:pt x="1044338" y="1983480"/>
                  <a:pt x="1051445" y="1962049"/>
                  <a:pt x="1051445" y="1962049"/>
                </a:cubicBezTo>
                <a:cubicBezTo>
                  <a:pt x="923523" y="1904899"/>
                  <a:pt x="866670" y="1797743"/>
                  <a:pt x="845349" y="1665583"/>
                </a:cubicBezTo>
                <a:cubicBezTo>
                  <a:pt x="838243" y="1597718"/>
                  <a:pt x="792049" y="1576287"/>
                  <a:pt x="745855" y="1544140"/>
                </a:cubicBezTo>
                <a:cubicBezTo>
                  <a:pt x="589507" y="1433411"/>
                  <a:pt x="422499" y="1333399"/>
                  <a:pt x="291024" y="1183381"/>
                </a:cubicBezTo>
                <a:cubicBezTo>
                  <a:pt x="443819" y="1201239"/>
                  <a:pt x="564633" y="1301252"/>
                  <a:pt x="724535" y="1344115"/>
                </a:cubicBezTo>
                <a:cubicBezTo>
                  <a:pt x="596614" y="1179808"/>
                  <a:pt x="429605" y="1094083"/>
                  <a:pt x="276811" y="994071"/>
                </a:cubicBezTo>
                <a:cubicBezTo>
                  <a:pt x="205743" y="947637"/>
                  <a:pt x="141783" y="890486"/>
                  <a:pt x="60055" y="865484"/>
                </a:cubicBezTo>
                <a:cubicBezTo>
                  <a:pt x="31628" y="858340"/>
                  <a:pt x="-18119" y="840481"/>
                  <a:pt x="6755" y="790474"/>
                </a:cubicBezTo>
                <a:cubicBezTo>
                  <a:pt x="28075" y="747612"/>
                  <a:pt x="67162" y="761900"/>
                  <a:pt x="102696" y="772614"/>
                </a:cubicBezTo>
                <a:cubicBezTo>
                  <a:pt x="187976" y="801190"/>
                  <a:pt x="280364" y="801190"/>
                  <a:pt x="397625" y="801190"/>
                </a:cubicBezTo>
                <a:cubicBezTo>
                  <a:pt x="298131" y="665458"/>
                  <a:pt x="116909" y="708321"/>
                  <a:pt x="31628" y="565446"/>
                </a:cubicBezTo>
                <a:cubicBezTo>
                  <a:pt x="138229" y="540444"/>
                  <a:pt x="219957" y="590450"/>
                  <a:pt x="305237" y="601165"/>
                </a:cubicBezTo>
                <a:cubicBezTo>
                  <a:pt x="383412" y="611881"/>
                  <a:pt x="401178" y="586877"/>
                  <a:pt x="383412" y="508296"/>
                </a:cubicBezTo>
                <a:cubicBezTo>
                  <a:pt x="354985" y="386853"/>
                  <a:pt x="397625" y="326130"/>
                  <a:pt x="511333" y="358278"/>
                </a:cubicBezTo>
                <a:cubicBezTo>
                  <a:pt x="617934" y="390424"/>
                  <a:pt x="628594" y="343990"/>
                  <a:pt x="600167" y="276124"/>
                </a:cubicBezTo>
                <a:cubicBezTo>
                  <a:pt x="557527" y="176112"/>
                  <a:pt x="603720" y="97531"/>
                  <a:pt x="635701" y="11805"/>
                </a:cubicBezTo>
                <a:close/>
              </a:path>
            </a:pathLst>
          </a:cu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315CFF3-CD35-A150-6BB0-24E3D350974E}"/>
              </a:ext>
            </a:extLst>
          </p:cNvPr>
          <p:cNvSpPr/>
          <p:nvPr/>
        </p:nvSpPr>
        <p:spPr>
          <a:xfrm rot="10800000" flipV="1">
            <a:off x="5153879" y="5470853"/>
            <a:ext cx="1211318" cy="289978"/>
          </a:xfrm>
          <a:prstGeom prst="rect">
            <a:avLst/>
          </a:prstGeom>
          <a:solidFill>
            <a:srgbClr val="00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sz="1300" dirty="0">
                <a:solidFill>
                  <a:srgbClr val="FFFFFF"/>
                </a:solidFill>
              </a:rPr>
              <a:t>Input</a:t>
            </a:r>
            <a:endParaRPr lang="en-GB" sz="1300" dirty="0">
              <a:solidFill>
                <a:srgbClr val="FFFFFF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B583D72-C475-092E-4217-D57DEB5B1B84}"/>
              </a:ext>
            </a:extLst>
          </p:cNvPr>
          <p:cNvSpPr/>
          <p:nvPr/>
        </p:nvSpPr>
        <p:spPr>
          <a:xfrm rot="10800000" flipV="1">
            <a:off x="6949852" y="5470853"/>
            <a:ext cx="1211318" cy="289978"/>
          </a:xfrm>
          <a:prstGeom prst="rect">
            <a:avLst/>
          </a:prstGeom>
          <a:solidFill>
            <a:srgbClr val="00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sz="1400" dirty="0"/>
              <a:t>Processing</a:t>
            </a:r>
            <a:endParaRPr lang="en-GB" sz="1300" dirty="0">
              <a:solidFill>
                <a:srgbClr val="FFFFFF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2FCCBAD-3C2C-EE61-36C3-0EF1F7BBC8E8}"/>
              </a:ext>
            </a:extLst>
          </p:cNvPr>
          <p:cNvSpPr/>
          <p:nvPr/>
        </p:nvSpPr>
        <p:spPr>
          <a:xfrm rot="10800000" flipV="1">
            <a:off x="9028252" y="6176966"/>
            <a:ext cx="1169041" cy="355500"/>
          </a:xfrm>
          <a:prstGeom prst="rect">
            <a:avLst/>
          </a:prstGeom>
          <a:solidFill>
            <a:srgbClr val="00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sz="2000" dirty="0"/>
              <a:t>Output</a:t>
            </a:r>
            <a:endParaRPr lang="en-GB" sz="1300" dirty="0">
              <a:solidFill>
                <a:srgbClr val="FFFFFF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C211004-BEB8-7269-E8E6-DF60AC186DB5}"/>
              </a:ext>
            </a:extLst>
          </p:cNvPr>
          <p:cNvSpPr/>
          <p:nvPr/>
        </p:nvSpPr>
        <p:spPr>
          <a:xfrm rot="10800000" flipV="1">
            <a:off x="10903351" y="6329364"/>
            <a:ext cx="1169040" cy="355501"/>
          </a:xfrm>
          <a:prstGeom prst="rect">
            <a:avLst/>
          </a:prstGeom>
          <a:solidFill>
            <a:srgbClr val="00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sz="2000" dirty="0"/>
              <a:t>Storage</a:t>
            </a:r>
            <a:endParaRPr lang="en-GB" sz="13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7035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uiExpand="1" build="p"/>
      <p:bldP spid="9" grpId="0" animBg="1"/>
      <p:bldP spid="10" grpId="0" animBg="1"/>
      <p:bldP spid="14" grpId="0" animBg="1"/>
      <p:bldP spid="1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8F443-214A-19EE-4074-C7BAF6F66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2️⃣ </a:t>
            </a:r>
            <a:r>
              <a:rPr lang="en-US" sz="54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أنواع</a:t>
            </a:r>
            <a:r>
              <a:rPr lang="en-US" sz="5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54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الأجهزة</a:t>
            </a:r>
            <a:endParaRPr lang="en-US" sz="54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8" name="Rectangle 1">
            <a:extLst>
              <a:ext uri="{FF2B5EF4-FFF2-40B4-BE49-F238E27FC236}">
                <a16:creationId xmlns:a16="http://schemas.microsoft.com/office/drawing/2014/main" id="{E7995364-AA7E-A99F-E572-75F794B03ACE}"/>
              </a:ext>
            </a:extLst>
          </p:cNvPr>
          <p:cNvGraphicFramePr>
            <a:graphicFrameLocks noGrp="1"/>
          </p:cNvGraphicFramePr>
          <p:nvPr>
            <p:ph sz="quarter" idx="13"/>
          </p:nvPr>
        </p:nvGraphicFramePr>
        <p:xfrm>
          <a:off x="838200" y="2228087"/>
          <a:ext cx="10515600" cy="3948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53639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8" grpId="0">
        <p:bldAsOne/>
      </p:bldGraphic>
      <p:bldGraphic spid="8" grpId="1">
        <p:bldAsOne/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2F06239E-A272-397A-F7B2-1564F2E9D9B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4311" b="1142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2770CB8-F080-965A-E000-F0355DFF57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400" b="1" dirty="0">
                <a:solidFill>
                  <a:schemeClr val="tx1"/>
                </a:solidFill>
              </a:rPr>
              <a:t>3️⃣ </a:t>
            </a:r>
            <a:r>
              <a:rPr lang="en-US" sz="4400" b="1" dirty="0" err="1">
                <a:solidFill>
                  <a:schemeClr val="tx1"/>
                </a:solidFill>
              </a:rPr>
              <a:t>أهم</a:t>
            </a:r>
            <a:r>
              <a:rPr lang="en-US" sz="4400" b="1" dirty="0">
                <a:solidFill>
                  <a:schemeClr val="tx1"/>
                </a:solidFill>
              </a:rPr>
              <a:t> </a:t>
            </a:r>
            <a:r>
              <a:rPr lang="en-US" sz="4400" b="1" dirty="0" err="1">
                <a:solidFill>
                  <a:schemeClr val="tx1"/>
                </a:solidFill>
              </a:rPr>
              <a:t>المصطلحات</a:t>
            </a:r>
            <a:r>
              <a:rPr lang="en-US" sz="4400" b="1" dirty="0">
                <a:solidFill>
                  <a:schemeClr val="tx1"/>
                </a:solidFill>
              </a:rPr>
              <a:t> </a:t>
            </a:r>
            <a:r>
              <a:rPr lang="en-US" sz="4400" b="1" dirty="0" err="1">
                <a:solidFill>
                  <a:schemeClr val="tx1"/>
                </a:solidFill>
              </a:rPr>
              <a:t>للمبتدئين</a:t>
            </a:r>
            <a:br>
              <a:rPr lang="en-US" sz="4400" b="1" dirty="0">
                <a:solidFill>
                  <a:schemeClr val="tx1"/>
                </a:solidFill>
              </a:rPr>
            </a:br>
            <a:endParaRPr lang="en-US" sz="4400" dirty="0">
              <a:solidFill>
                <a:schemeClr val="tx1"/>
              </a:solidFill>
            </a:endParaRPr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E162BFB8-FF46-1D89-5B91-DB991BEF74C0}"/>
              </a:ext>
            </a:extLst>
          </p:cNvPr>
          <p:cNvGraphicFramePr>
            <a:graphicFrameLocks noGrp="1"/>
          </p:cNvGraphicFramePr>
          <p:nvPr>
            <p:ph sz="quarter" idx="13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759529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6" grpId="0">
        <p:bldAsOne/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90A2F-4534-D30B-6474-F2CB5E646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4️⃣ </a:t>
            </a:r>
            <a:r>
              <a:rPr lang="en-US" sz="66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الفرق</a:t>
            </a:r>
            <a:r>
              <a:rPr lang="en-US" sz="6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66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بين</a:t>
            </a:r>
            <a:r>
              <a:rPr lang="en-US" sz="6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66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الأجهزة</a:t>
            </a:r>
            <a:r>
              <a:rPr lang="en-US" sz="6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66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المختلفة</a:t>
            </a:r>
            <a:endParaRPr lang="en-US" sz="66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863EF9D5-7535-7FD3-3E41-A9C7EA3D2398}"/>
              </a:ext>
            </a:extLst>
          </p:cNvPr>
          <p:cNvGraphicFramePr>
            <a:graphicFrameLocks noGrp="1"/>
          </p:cNvGraphicFramePr>
          <p:nvPr>
            <p:ph sz="quarter" idx="13"/>
          </p:nvPr>
        </p:nvGraphicFramePr>
        <p:xfrm>
          <a:off x="320040" y="2650650"/>
          <a:ext cx="11548874" cy="3552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053691">
                  <a:extLst>
                    <a:ext uri="{9D8B030D-6E8A-4147-A177-3AD203B41FA5}">
                      <a16:colId xmlns:a16="http://schemas.microsoft.com/office/drawing/2014/main" val="1370369248"/>
                    </a:ext>
                  </a:extLst>
                </a:gridCol>
                <a:gridCol w="4226573">
                  <a:extLst>
                    <a:ext uri="{9D8B030D-6E8A-4147-A177-3AD203B41FA5}">
                      <a16:colId xmlns:a16="http://schemas.microsoft.com/office/drawing/2014/main" val="1405474772"/>
                    </a:ext>
                  </a:extLst>
                </a:gridCol>
                <a:gridCol w="4268610">
                  <a:extLst>
                    <a:ext uri="{9D8B030D-6E8A-4147-A177-3AD203B41FA5}">
                      <a16:colId xmlns:a16="http://schemas.microsoft.com/office/drawing/2014/main" val="926406056"/>
                    </a:ext>
                  </a:extLst>
                </a:gridCol>
              </a:tblGrid>
              <a:tr h="8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ar-EG" sz="2600" b="0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النوع</a:t>
                      </a:r>
                    </a:p>
                  </a:txBody>
                  <a:tcPr marL="365934" marR="219560" marT="219560" marB="219560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ar-EG" sz="26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المميزات</a:t>
                      </a:r>
                    </a:p>
                  </a:txBody>
                  <a:tcPr marL="365934" marR="219560" marT="219560" marB="21956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ar-EG" sz="26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العيوب</a:t>
                      </a:r>
                    </a:p>
                  </a:txBody>
                  <a:tcPr marL="365934" marR="219560" marT="219560" marB="21956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066001"/>
                  </a:ext>
                </a:extLst>
              </a:tr>
              <a:tr h="8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26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Laptop</a:t>
                      </a:r>
                    </a:p>
                  </a:txBody>
                  <a:tcPr marL="365934" marR="219560" marT="219560" marB="219560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ar-EG" sz="26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متنقل – بطارية</a:t>
                      </a:r>
                    </a:p>
                  </a:txBody>
                  <a:tcPr marL="365934" marR="219560" marT="219560" marB="21956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ar-EG" sz="26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أغلى – صعب الترقية</a:t>
                      </a:r>
                    </a:p>
                  </a:txBody>
                  <a:tcPr marL="365934" marR="219560" marT="219560" marB="21956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0369151"/>
                  </a:ext>
                </a:extLst>
              </a:tr>
              <a:tr h="8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26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Desktop</a:t>
                      </a:r>
                    </a:p>
                  </a:txBody>
                  <a:tcPr marL="365934" marR="219560" marT="219560" marB="219560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ar-EG" sz="26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قوي – أرخص – سهل الترقية</a:t>
                      </a:r>
                    </a:p>
                  </a:txBody>
                  <a:tcPr marL="365934" marR="219560" marT="219560" marB="21956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ar-EG" sz="26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محتاج كهرباء دايمًا – مش متنقل</a:t>
                      </a:r>
                    </a:p>
                  </a:txBody>
                  <a:tcPr marL="365934" marR="219560" marT="219560" marB="21956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0943176"/>
                  </a:ext>
                </a:extLst>
              </a:tr>
              <a:tr h="8880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sz="26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Server</a:t>
                      </a:r>
                    </a:p>
                  </a:txBody>
                  <a:tcPr marL="365934" marR="219560" marT="219560" marB="219560" anchor="ctr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ar-EG" sz="2600" b="0" i="0" u="none" strike="noStrike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أداء عالي – يخدم أجهزة كتير</a:t>
                      </a:r>
                    </a:p>
                  </a:txBody>
                  <a:tcPr marL="365934" marR="219560" marT="219560" marB="21956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ar-EG" sz="2600" b="0" i="0" u="none" strike="noStrike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غالي – محتاج خبرة لإدارته</a:t>
                      </a:r>
                    </a:p>
                  </a:txBody>
                  <a:tcPr marL="365934" marR="219560" marT="219560" marB="219560" anchor="ctr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84244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1098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BB268-3F3B-DF41-C641-8ACC18B56B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dirty="0">
                <a:solidFill>
                  <a:schemeClr val="tx1"/>
                </a:solidFill>
              </a:rPr>
              <a:t>📥 </a:t>
            </a:r>
            <a:r>
              <a:rPr lang="en-US" sz="5400" dirty="0" err="1">
                <a:solidFill>
                  <a:schemeClr val="tx1"/>
                </a:solidFill>
              </a:rPr>
              <a:t>مشروع</a:t>
            </a:r>
            <a:r>
              <a:rPr lang="en-US" sz="5400" dirty="0">
                <a:solidFill>
                  <a:schemeClr val="tx1"/>
                </a:solidFill>
              </a:rPr>
              <a:t> </a:t>
            </a:r>
            <a:r>
              <a:rPr lang="en-US" sz="5400" dirty="0" err="1">
                <a:solidFill>
                  <a:schemeClr val="tx1"/>
                </a:solidFill>
              </a:rPr>
              <a:t>عملي</a:t>
            </a:r>
            <a:r>
              <a:rPr lang="en-US" sz="5400" dirty="0">
                <a:solidFill>
                  <a:schemeClr val="tx1"/>
                </a:solidFill>
              </a:rPr>
              <a:t> </a:t>
            </a:r>
            <a:r>
              <a:rPr lang="en-US" sz="5400" dirty="0" err="1">
                <a:solidFill>
                  <a:schemeClr val="tx1"/>
                </a:solidFill>
              </a:rPr>
              <a:t>صغير</a:t>
            </a:r>
            <a:endParaRPr lang="en-US" sz="5400" dirty="0">
              <a:solidFill>
                <a:schemeClr val="tx1"/>
              </a:solidFill>
            </a:endParaRPr>
          </a:p>
        </p:txBody>
      </p:sp>
      <p:pic>
        <p:nvPicPr>
          <p:cNvPr id="7" name="Picture Placeholder 4" descr="A person sitting at a desk using a computer&#10;&#10;AI-generated content may be incorrect.">
            <a:extLst>
              <a:ext uri="{FF2B5EF4-FFF2-40B4-BE49-F238E27FC236}">
                <a16:creationId xmlns:a16="http://schemas.microsoft.com/office/drawing/2014/main" id="{8D698200-4C9A-D1A8-6995-B63E388A020B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/>
          <a:srcRect r="-1" b="1709"/>
          <a:stretch>
            <a:fillRect/>
          </a:stretch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3">
              <a:alphaModFix amt="60000"/>
            </a:blip>
            <a:srcRect/>
            <a:stretch>
              <a:fillRect/>
            </a:stretch>
          </a:blipFill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126D77-D4FF-DCFC-8796-9ACB6925FBB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297762" y="2706624"/>
            <a:ext cx="6251110" cy="3483864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200" dirty="0" err="1"/>
              <a:t>افتح</a:t>
            </a:r>
            <a:r>
              <a:rPr lang="en-US" sz="2200" dirty="0"/>
              <a:t> </a:t>
            </a:r>
            <a:r>
              <a:rPr lang="en-US" sz="2200" dirty="0" err="1"/>
              <a:t>جهازك</a:t>
            </a:r>
            <a:r>
              <a:rPr lang="en-US" sz="2200" dirty="0"/>
              <a:t> </a:t>
            </a:r>
            <a:r>
              <a:rPr lang="en-US" sz="2200" dirty="0" err="1"/>
              <a:t>ولاحظ</a:t>
            </a:r>
            <a:r>
              <a:rPr lang="en-US" sz="2200" dirty="0"/>
              <a:t>:</a:t>
            </a:r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200" dirty="0" err="1"/>
              <a:t>إيه</a:t>
            </a:r>
            <a:r>
              <a:rPr lang="en-US" sz="2200" dirty="0"/>
              <a:t> </a:t>
            </a:r>
            <a:r>
              <a:rPr lang="en-US" sz="2200" dirty="0" err="1"/>
              <a:t>نوعه</a:t>
            </a:r>
            <a:r>
              <a:rPr lang="en-US" sz="2200" dirty="0"/>
              <a:t> (Laptop </a:t>
            </a:r>
            <a:r>
              <a:rPr lang="en-US" sz="2200" dirty="0" err="1"/>
              <a:t>أو</a:t>
            </a:r>
            <a:r>
              <a:rPr lang="en-US" sz="2200" dirty="0"/>
              <a:t> Desktop).</a:t>
            </a:r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200" dirty="0" err="1"/>
              <a:t>جرب</a:t>
            </a:r>
            <a:r>
              <a:rPr lang="en-US" sz="2200" dirty="0"/>
              <a:t> </a:t>
            </a:r>
            <a:r>
              <a:rPr lang="en-US" sz="2200" dirty="0" err="1"/>
              <a:t>تكتب</a:t>
            </a:r>
            <a:r>
              <a:rPr lang="en-US" sz="2200" dirty="0"/>
              <a:t> </a:t>
            </a:r>
            <a:r>
              <a:rPr lang="en-US" sz="2200" dirty="0" err="1"/>
              <a:t>نص</a:t>
            </a:r>
            <a:r>
              <a:rPr lang="en-US" sz="2200" dirty="0"/>
              <a:t> على Word </a:t>
            </a:r>
            <a:r>
              <a:rPr lang="en-US" sz="2200" dirty="0" err="1"/>
              <a:t>واحفظه</a:t>
            </a:r>
            <a:r>
              <a:rPr lang="en-US" sz="2200" dirty="0"/>
              <a:t>.</a:t>
            </a:r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2200" dirty="0" err="1"/>
              <a:t>فكر</a:t>
            </a:r>
            <a:r>
              <a:rPr lang="en-US" sz="2200" dirty="0"/>
              <a:t>: </a:t>
            </a:r>
            <a:r>
              <a:rPr lang="en-US" sz="2200" dirty="0" err="1"/>
              <a:t>إيه</a:t>
            </a:r>
            <a:r>
              <a:rPr lang="en-US" sz="2200" dirty="0"/>
              <a:t> </a:t>
            </a:r>
            <a:r>
              <a:rPr lang="en-US" sz="2200" dirty="0" err="1"/>
              <a:t>اللي</a:t>
            </a:r>
            <a:r>
              <a:rPr lang="en-US" sz="2200" dirty="0"/>
              <a:t> </a:t>
            </a:r>
            <a:r>
              <a:rPr lang="en-US" sz="2200" dirty="0" err="1"/>
              <a:t>حصل</a:t>
            </a:r>
            <a:r>
              <a:rPr lang="en-US" sz="2200" dirty="0"/>
              <a:t>؟ (Input → Processing → Output → Storage).</a:t>
            </a:r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586079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F2009B-31E3-EC9D-4003-C3F94CCC4B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4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ملخص</a:t>
            </a:r>
            <a:r>
              <a:rPr lang="en-US" sz="44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4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الدرس</a:t>
            </a:r>
            <a:br>
              <a:rPr lang="en-US" sz="44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44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9F714C-4DFD-D78B-EE22-4FE8BD091D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لكمبيوتر</a:t>
            </a:r>
            <a:r>
              <a:rPr lang="en-US" dirty="0"/>
              <a:t> = </a:t>
            </a:r>
            <a:r>
              <a:rPr lang="en-US" dirty="0" err="1"/>
              <a:t>جهاز</a:t>
            </a:r>
            <a:r>
              <a:rPr lang="en-US" dirty="0"/>
              <a:t> </a:t>
            </a:r>
            <a:r>
              <a:rPr lang="en-US" dirty="0" err="1"/>
              <a:t>بيعالج</a:t>
            </a:r>
            <a:r>
              <a:rPr lang="en-US" dirty="0"/>
              <a:t> </a:t>
            </a:r>
            <a:r>
              <a:rPr lang="en-US" dirty="0" err="1"/>
              <a:t>بيانات</a:t>
            </a:r>
            <a:r>
              <a:rPr lang="en-US" dirty="0"/>
              <a:t> </a:t>
            </a:r>
            <a:r>
              <a:rPr lang="en-US" dirty="0" err="1"/>
              <a:t>ويطلع</a:t>
            </a:r>
            <a:r>
              <a:rPr lang="en-US" dirty="0"/>
              <a:t> </a:t>
            </a:r>
            <a:r>
              <a:rPr lang="en-US" dirty="0" err="1"/>
              <a:t>نتائج</a:t>
            </a:r>
            <a:r>
              <a:rPr lang="en-US" dirty="0"/>
              <a:t>.</a:t>
            </a:r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الوظائف</a:t>
            </a:r>
            <a:r>
              <a:rPr lang="en-US" dirty="0"/>
              <a:t> </a:t>
            </a:r>
            <a:r>
              <a:rPr lang="en-US" dirty="0" err="1"/>
              <a:t>الأساسية</a:t>
            </a:r>
            <a:r>
              <a:rPr lang="en-US" dirty="0"/>
              <a:t>: </a:t>
            </a:r>
            <a:r>
              <a:rPr lang="en-US" dirty="0" err="1"/>
              <a:t>إدخال</a:t>
            </a:r>
            <a:r>
              <a:rPr lang="en-US" dirty="0"/>
              <a:t> – </a:t>
            </a:r>
            <a:r>
              <a:rPr lang="en-US" dirty="0" err="1"/>
              <a:t>معالجة</a:t>
            </a:r>
            <a:r>
              <a:rPr lang="en-US" dirty="0"/>
              <a:t> – </a:t>
            </a:r>
            <a:r>
              <a:rPr lang="en-US" dirty="0" err="1"/>
              <a:t>إخراج</a:t>
            </a:r>
            <a:r>
              <a:rPr lang="en-US" dirty="0"/>
              <a:t> – </a:t>
            </a:r>
            <a:r>
              <a:rPr lang="en-US" dirty="0" err="1"/>
              <a:t>تخزين</a:t>
            </a:r>
            <a:r>
              <a:rPr lang="en-US" dirty="0"/>
              <a:t>.</a:t>
            </a:r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الأنواع</a:t>
            </a:r>
            <a:r>
              <a:rPr lang="en-US" dirty="0"/>
              <a:t>: Laptop – Desktop – Server.</a:t>
            </a:r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أهم</a:t>
            </a:r>
            <a:r>
              <a:rPr lang="en-US" dirty="0"/>
              <a:t> </a:t>
            </a:r>
            <a:r>
              <a:rPr lang="en-US" dirty="0" err="1"/>
              <a:t>المصطلحات</a:t>
            </a:r>
            <a:r>
              <a:rPr lang="en-US" dirty="0"/>
              <a:t>: Hardware – Software – OS – File – Folder.</a:t>
            </a:r>
          </a:p>
          <a:p>
            <a:pPr indent="-2286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8759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359</Words>
  <Application>Microsoft Office PowerPoint</Application>
  <PresentationFormat>Widescreen</PresentationFormat>
  <Paragraphs>55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🖥️ الدرس الأول: مقدمة في  اساسيات الحاسوب  </vt:lpstr>
      <vt:lpstr>🎯 أهداف الدرس</vt:lpstr>
      <vt:lpstr>1️⃣ تعريف الكمبيوتر ووظائفه الأساسية</vt:lpstr>
      <vt:lpstr>2️⃣ أنواع الأجهزة</vt:lpstr>
      <vt:lpstr>3️⃣ أهم المصطلحات للمبتدئين </vt:lpstr>
      <vt:lpstr>4️⃣ الفرق بين الأجهزة المختلفة</vt:lpstr>
      <vt:lpstr>📥 مشروع عملي صغير</vt:lpstr>
      <vt:lpstr>ملخص الدرس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Mohamed Alaa</dc:creator>
  <cp:lastModifiedBy>Mohamed Abu Tasa</cp:lastModifiedBy>
  <cp:revision>8</cp:revision>
  <dcterms:created xsi:type="dcterms:W3CDTF">2025-07-23T00:59:00Z</dcterms:created>
  <dcterms:modified xsi:type="dcterms:W3CDTF">2026-02-27T20:02:10Z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53D98EA922644B478A13410A32A3BB50_13</vt:lpwstr>
  </property>
  <property fmtid="{D5CDD505-2E9C-101B-9397-08002B2CF9AE}" pid="3" name="KSOProductBuildVer">
    <vt:lpwstr>2052-12.1.0.21915</vt:lpwstr>
  </property>
</Properties>
</file>